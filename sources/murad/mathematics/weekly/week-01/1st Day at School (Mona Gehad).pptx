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sldIdLst>
    <p:sldId id="270" r:id="rId2"/>
    <p:sldId id="271" r:id="rId3"/>
    <p:sldId id="276" r:id="rId4"/>
    <p:sldId id="274" r:id="rId5"/>
    <p:sldId id="273" r:id="rId6"/>
    <p:sldId id="256" r:id="rId7"/>
    <p:sldId id="269" r:id="rId8"/>
    <p:sldId id="272" r:id="rId9"/>
    <p:sldId id="258" r:id="rId10"/>
    <p:sldId id="261" r:id="rId11"/>
    <p:sldId id="263" r:id="rId12"/>
    <p:sldId id="264" r:id="rId13"/>
    <p:sldId id="259" r:id="rId14"/>
    <p:sldId id="260" r:id="rId15"/>
    <p:sldId id="265" r:id="rId16"/>
    <p:sldId id="266" r:id="rId17"/>
    <p:sldId id="275"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6" autoAdjust="0"/>
    <p:restoredTop sz="94662" autoAdjust="0"/>
  </p:normalViewPr>
  <p:slideViewPr>
    <p:cSldViewPr>
      <p:cViewPr varScale="1">
        <p:scale>
          <a:sx n="70" d="100"/>
          <a:sy n="70" d="100"/>
        </p:scale>
        <p:origin x="-1386"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5" name="Rounded Rectangle 14"/>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Rounded Rectangle 9"/>
          <p:cNvSpPr/>
          <p:nvPr/>
        </p:nvSpPr>
        <p:spPr>
          <a:xfrm>
            <a:off x="418596" y="434162"/>
            <a:ext cx="8306809" cy="3108960"/>
          </a:xfrm>
          <a:prstGeom prst="roundRect">
            <a:avLst>
              <a:gd name="adj" fmla="val 4578"/>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5" name="Title 4"/>
          <p:cNvSpPr>
            <a:spLocks noGrp="1"/>
          </p:cNvSpPr>
          <p:nvPr>
            <p:ph type="ctrTitle"/>
          </p:nvPr>
        </p:nvSpPr>
        <p:spPr>
          <a:xfrm>
            <a:off x="722376" y="1820206"/>
            <a:ext cx="7772400" cy="1828800"/>
          </a:xfrm>
        </p:spPr>
        <p:txBody>
          <a:bodyPr lIns="45720" rIns="45720" bIns="45720"/>
          <a:lstStyle>
            <a:lvl1pPr algn="r">
              <a:defRPr sz="4500" b="1">
                <a:solidFill>
                  <a:schemeClr val="accent1">
                    <a:tint val="88000"/>
                    <a:satMod val="150000"/>
                  </a:schemeClr>
                </a:solidFill>
                <a:effectLst>
                  <a:outerShdw blurRad="53975" dist="22860" dir="5400000" algn="tl" rotWithShape="0">
                    <a:srgbClr val="000000">
                      <a:alpha val="55000"/>
                    </a:srgbClr>
                  </a:outerShdw>
                </a:effectLst>
              </a:defRPr>
            </a:lvl1pPr>
            <a:extLst/>
          </a:lstStyle>
          <a:p>
            <a:r>
              <a:rPr kumimoji="0" lang="en-US" smtClean="0"/>
              <a:t>Click to edit Master title style</a:t>
            </a:r>
            <a:endParaRPr kumimoji="0" lang="en-US"/>
          </a:p>
        </p:txBody>
      </p:sp>
      <p:sp>
        <p:nvSpPr>
          <p:cNvPr id="20" name="Subtitle 19"/>
          <p:cNvSpPr>
            <a:spLocks noGrp="1"/>
          </p:cNvSpPr>
          <p:nvPr>
            <p:ph type="subTitle" idx="1"/>
          </p:nvPr>
        </p:nvSpPr>
        <p:spPr>
          <a:xfrm>
            <a:off x="722376" y="3685032"/>
            <a:ext cx="7772400" cy="914400"/>
          </a:xfrm>
        </p:spPr>
        <p:txBody>
          <a:bodyPr lIns="182880" tIns="0"/>
          <a:lstStyle>
            <a:lvl1pPr marL="36576" indent="0" algn="r">
              <a:spcBef>
                <a:spcPts val="0"/>
              </a:spcBef>
              <a:buNone/>
              <a:defRPr sz="2000">
                <a:solidFill>
                  <a:schemeClr val="bg2">
                    <a:shade val="2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19" name="Date Placeholder 18"/>
          <p:cNvSpPr>
            <a:spLocks noGrp="1"/>
          </p:cNvSpPr>
          <p:nvPr>
            <p:ph type="dt" sz="half" idx="10"/>
          </p:nvPr>
        </p:nvSpPr>
        <p:spPr/>
        <p:txBody>
          <a:bodyPr/>
          <a:lstStyle>
            <a:extLst/>
          </a:lstStyle>
          <a:p>
            <a:fld id="{F163E985-D0AA-4BCC-AD8D-A9565A58672F}" type="datetimeFigureOut">
              <a:rPr lang="en-US" smtClean="0"/>
              <a:pPr/>
              <a:t>9/21/2026</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11" name="Slide Number Placeholder 10"/>
          <p:cNvSpPr>
            <a:spLocks noGrp="1"/>
          </p:cNvSpPr>
          <p:nvPr>
            <p:ph type="sldNum" sz="quarter" idx="12"/>
          </p:nvPr>
        </p:nvSpPr>
        <p:spPr/>
        <p:txBody>
          <a:bodyPr/>
          <a:lstStyle>
            <a:extLst/>
          </a:lstStyle>
          <a:p>
            <a:fld id="{683C8641-B7F1-4194-A95B-375A16EEFC0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02920" y="4983480"/>
            <a:ext cx="8183880" cy="1051560"/>
          </a:xfrm>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a:xfrm>
            <a:off x="502920" y="530352"/>
            <a:ext cx="8183880" cy="4187952"/>
          </a:xfrm>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F163E985-D0AA-4BCC-AD8D-A9565A58672F}" type="datetimeFigureOut">
              <a:rPr lang="en-US" smtClean="0"/>
              <a:pPr/>
              <a:t>9/21/2026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683C8641-B7F1-4194-A95B-375A16EEFC0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4" name="Rounded Rectangle 13"/>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Rounded Rectangle 10"/>
          <p:cNvSpPr/>
          <p:nvPr/>
        </p:nvSpPr>
        <p:spPr>
          <a:xfrm>
            <a:off x="418596" y="434162"/>
            <a:ext cx="8306809" cy="4341329"/>
          </a:xfrm>
          <a:prstGeom prst="roundRect">
            <a:avLst>
              <a:gd name="adj" fmla="val 2127"/>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468344" y="4928616"/>
            <a:ext cx="8183880" cy="676656"/>
          </a:xfrm>
        </p:spPr>
        <p:txBody>
          <a:bodyPr lIns="91440" bIns="0" anchor="b"/>
          <a:lstStyle>
            <a:lvl1pPr algn="l">
              <a:buNone/>
              <a:defRPr sz="3600" b="0" cap="none" baseline="0">
                <a:solidFill>
                  <a:schemeClr val="bg2">
                    <a:shade val="25000"/>
                  </a:schemeClr>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68344" y="5624484"/>
            <a:ext cx="8183880" cy="420624"/>
          </a:xfrm>
        </p:spPr>
        <p:txBody>
          <a:bodyPr lIns="118872" tIns="0" anchor="t"/>
          <a:lstStyle>
            <a:lvl1pPr marL="0" marR="36576" indent="0" algn="l">
              <a:spcBef>
                <a:spcPts val="0"/>
              </a:spcBef>
              <a:spcAft>
                <a:spcPts val="0"/>
              </a:spcAft>
              <a:buNone/>
              <a:defRPr sz="1800" b="0">
                <a:solidFill>
                  <a:schemeClr val="accent1">
                    <a:shade val="50000"/>
                    <a:satMod val="110000"/>
                  </a:schemeClr>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F163E985-D0AA-4BCC-AD8D-A9565A58672F}" type="datetimeFigureOut">
              <a:rPr lang="en-US" smtClean="0"/>
              <a:pPr/>
              <a:t>9/21/2026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683C8641-B7F1-4194-A95B-375A16EEFC0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514352" y="530352"/>
            <a:ext cx="3931920" cy="4389120"/>
          </a:xfrm>
        </p:spPr>
        <p:txBody>
          <a:bodyPr/>
          <a:lstStyle>
            <a:lvl1pPr>
              <a:defRPr sz="2600"/>
            </a:lvl1pPr>
            <a:lvl2pPr>
              <a:defRPr sz="22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755360" y="530352"/>
            <a:ext cx="3931920" cy="4389120"/>
          </a:xfrm>
        </p:spPr>
        <p:txBody>
          <a:bodyPr/>
          <a:lstStyle>
            <a:lvl1pPr>
              <a:defRPr sz="2600"/>
            </a:lvl1pPr>
            <a:lvl2pPr>
              <a:defRPr sz="22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F163E985-D0AA-4BCC-AD8D-A9565A58672F}" type="datetimeFigureOut">
              <a:rPr lang="en-US" smtClean="0"/>
              <a:pPr/>
              <a:t>9/21/2026</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683C8641-B7F1-4194-A95B-375A16EEFC0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2920" y="4983480"/>
            <a:ext cx="8183880" cy="1051560"/>
          </a:xfrm>
        </p:spPr>
        <p:txBody>
          <a:bodyPr anchor="b"/>
          <a:lstStyle>
            <a:lvl1pPr>
              <a:defRPr b="1"/>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607224" y="579438"/>
            <a:ext cx="3931920" cy="792162"/>
          </a:xfrm>
        </p:spPr>
        <p:txBody>
          <a:bodyPr lIns="146304" anchor="ctr"/>
          <a:lstStyle>
            <a:lvl1pPr marL="0" indent="0" algn="l">
              <a:buNone/>
              <a:defRPr sz="2400" b="1">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52169" y="579438"/>
            <a:ext cx="3931920" cy="792162"/>
          </a:xfrm>
        </p:spPr>
        <p:txBody>
          <a:bodyPr lIns="137160" anchor="ctr"/>
          <a:lstStyle>
            <a:lvl1pPr marL="0" indent="0" algn="l">
              <a:buNone/>
              <a:defRPr sz="2400" b="1">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607224" y="1447800"/>
            <a:ext cx="3931920" cy="3489960"/>
          </a:xfrm>
        </p:spPr>
        <p:txBody>
          <a:bodyPr anchor="t"/>
          <a:lstStyle>
            <a:lvl1pPr algn="l">
              <a:defRPr sz="2400"/>
            </a:lvl1pPr>
            <a:lvl2pPr algn="l">
              <a:defRPr sz="2000"/>
            </a:lvl2pPr>
            <a:lvl3pPr algn="l">
              <a:defRPr sz="1800"/>
            </a:lvl3pPr>
            <a:lvl4pPr algn="l">
              <a:defRPr sz="1600"/>
            </a:lvl4pPr>
            <a:lvl5pPr algn="l">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52169" y="1447800"/>
            <a:ext cx="3931920" cy="3489960"/>
          </a:xfrm>
        </p:spPr>
        <p:txBody>
          <a:bodyPr anchor="t"/>
          <a:lstStyle>
            <a:lvl1pPr algn="l">
              <a:defRPr sz="2400"/>
            </a:lvl1pPr>
            <a:lvl2pPr algn="l">
              <a:defRPr sz="2000"/>
            </a:lvl2pPr>
            <a:lvl3pPr algn="l">
              <a:defRPr sz="1800"/>
            </a:lvl3pPr>
            <a:lvl4pPr algn="l">
              <a:defRPr sz="1600"/>
            </a:lvl4pPr>
            <a:lvl5pPr algn="l">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F163E985-D0AA-4BCC-AD8D-A9565A58672F}" type="datetimeFigureOut">
              <a:rPr lang="en-US" smtClean="0"/>
              <a:pPr/>
              <a:t>9/21/2026</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683C8641-B7F1-4194-A95B-375A16EEFC0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F163E985-D0AA-4BCC-AD8D-A9565A58672F}" type="datetimeFigureOut">
              <a:rPr lang="en-US" smtClean="0"/>
              <a:pPr/>
              <a:t>9/21/2026</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683C8641-B7F1-4194-A95B-375A16EEFC0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ounded Rectangle 6"/>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Date Placeholder 1"/>
          <p:cNvSpPr>
            <a:spLocks noGrp="1"/>
          </p:cNvSpPr>
          <p:nvPr>
            <p:ph type="dt" sz="half" idx="10"/>
          </p:nvPr>
        </p:nvSpPr>
        <p:spPr/>
        <p:txBody>
          <a:bodyPr/>
          <a:lstStyle>
            <a:extLst/>
          </a:lstStyle>
          <a:p>
            <a:fld id="{F163E985-D0AA-4BCC-AD8D-A9565A58672F}" type="datetimeFigureOut">
              <a:rPr lang="en-US" smtClean="0"/>
              <a:pPr/>
              <a:t>9/21/2026</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683C8641-B7F1-4194-A95B-375A16EEFC0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38784" y="533400"/>
            <a:ext cx="2971800" cy="914400"/>
          </a:xfrm>
        </p:spPr>
        <p:txBody>
          <a:bodyPr anchor="b"/>
          <a:lstStyle>
            <a:lvl1pPr algn="l">
              <a:buNone/>
              <a:defRPr sz="2200" b="1">
                <a:solidFill>
                  <a:schemeClr val="accent1"/>
                </a:solidFill>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5538847" y="1447802"/>
            <a:ext cx="2971800" cy="4206112"/>
          </a:xfrm>
        </p:spPr>
        <p:txBody>
          <a:bodyPr lIns="91440"/>
          <a:lstStyle>
            <a:lvl1pPr marL="18288" marR="18288" indent="0">
              <a:spcBef>
                <a:spcPts val="0"/>
              </a:spcBef>
              <a:buNone/>
              <a:defRPr sz="1400">
                <a:solidFill>
                  <a:schemeClr val="tx1"/>
                </a:solidFill>
              </a:defRPr>
            </a:lvl1pPr>
            <a:lvl2pPr>
              <a:buNone/>
              <a:defRPr sz="1200">
                <a:solidFill>
                  <a:schemeClr val="tx1"/>
                </a:solidFill>
              </a:defRPr>
            </a:lvl2pPr>
            <a:lvl3pPr>
              <a:buNone/>
              <a:defRPr sz="1000">
                <a:solidFill>
                  <a:schemeClr val="tx1"/>
                </a:solidFill>
              </a:defRPr>
            </a:lvl3pPr>
            <a:lvl4pPr>
              <a:buNone/>
              <a:defRPr sz="900">
                <a:solidFill>
                  <a:schemeClr val="tx1"/>
                </a:solidFill>
              </a:defRPr>
            </a:lvl4pPr>
            <a:lvl5pPr>
              <a:buNone/>
              <a:defRPr sz="900">
                <a:solidFill>
                  <a:schemeClr val="tx1"/>
                </a:solidFill>
              </a:defRPr>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1"/>
          </p:nvPr>
        </p:nvSpPr>
        <p:spPr>
          <a:xfrm>
            <a:off x="761372" y="930144"/>
            <a:ext cx="4626159" cy="4724402"/>
          </a:xfrm>
        </p:spPr>
        <p:txBody>
          <a:bodyPr/>
          <a:lstStyle>
            <a:lvl1pPr>
              <a:defRPr sz="2800">
                <a:solidFill>
                  <a:schemeClr val="tx1"/>
                </a:solidFill>
              </a:defRPr>
            </a:lvl1pPr>
            <a:lvl2pPr>
              <a:defRPr sz="2600">
                <a:solidFill>
                  <a:schemeClr val="tx1"/>
                </a:solidFill>
              </a:defRPr>
            </a:lvl2pPr>
            <a:lvl3pPr>
              <a:defRPr sz="2400">
                <a:solidFill>
                  <a:schemeClr val="tx1"/>
                </a:solidFill>
              </a:defRPr>
            </a:lvl3pPr>
            <a:lvl4pPr>
              <a:defRPr sz="2000">
                <a:solidFill>
                  <a:schemeClr val="tx1"/>
                </a:solidFill>
              </a:defRPr>
            </a:lvl4pPr>
            <a:lvl5pPr>
              <a:defRPr sz="2000">
                <a:solidFill>
                  <a:schemeClr val="tx1"/>
                </a:solidFill>
              </a:defRPr>
            </a:lvl5pPr>
            <a:lvl6pPr>
              <a:buNone/>
              <a:defRPr/>
            </a:lvl6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F163E985-D0AA-4BCC-AD8D-A9565A58672F}" type="datetimeFigureOut">
              <a:rPr lang="en-US" smtClean="0"/>
              <a:pPr/>
              <a:t>9/21/2026</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683C8641-B7F1-4194-A95B-375A16EEFC0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5" name="Rounded Rectangle 14"/>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Round Single Corner Rectangle 10"/>
          <p:cNvSpPr/>
          <p:nvPr/>
        </p:nvSpPr>
        <p:spPr>
          <a:xfrm>
            <a:off x="6400800" y="434162"/>
            <a:ext cx="2324605" cy="4343400"/>
          </a:xfrm>
          <a:prstGeom prst="round1Rect">
            <a:avLst>
              <a:gd name="adj" fmla="val 2748"/>
            </a:avLst>
          </a:prstGeom>
          <a:solidFill>
            <a:srgbClr val="1C1C1C"/>
          </a:soli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457200" y="5012056"/>
            <a:ext cx="8229600" cy="1051560"/>
          </a:xfrm>
        </p:spPr>
        <p:txBody>
          <a:bodyPr anchor="t"/>
          <a:lstStyle>
            <a:lvl1pPr algn="l">
              <a:buNone/>
              <a:defRPr sz="3600" b="0">
                <a:solidFill>
                  <a:schemeClr val="bg2">
                    <a:shade val="25000"/>
                  </a:schemeClr>
                </a:solidFill>
                <a:effectLst/>
              </a:defRPr>
            </a:lvl1pPr>
            <a:extLst/>
          </a:lstStyle>
          <a:p>
            <a:r>
              <a:rPr kumimoji="0" lang="en-US" smtClean="0"/>
              <a:t>Click to edit Master title style</a:t>
            </a:r>
            <a:endParaRPr kumimoji="0" lang="en-US"/>
          </a:p>
        </p:txBody>
      </p:sp>
      <p:sp>
        <p:nvSpPr>
          <p:cNvPr id="4" name="Text Placeholder 3"/>
          <p:cNvSpPr>
            <a:spLocks noGrp="1"/>
          </p:cNvSpPr>
          <p:nvPr>
            <p:ph type="body" sz="half" idx="2"/>
          </p:nvPr>
        </p:nvSpPr>
        <p:spPr bwMode="grayWhite">
          <a:xfrm>
            <a:off x="6462712" y="533400"/>
            <a:ext cx="2240280" cy="4211480"/>
          </a:xfrm>
        </p:spPr>
        <p:txBody>
          <a:bodyPr lIns="91440"/>
          <a:lstStyle>
            <a:lvl1pPr marL="45720" indent="0" algn="l">
              <a:spcBef>
                <a:spcPts val="0"/>
              </a:spcBef>
              <a:buNone/>
              <a:defRPr sz="1400">
                <a:solidFill>
                  <a:srgbClr val="FFFFFF"/>
                </a:solidFill>
              </a:defRPr>
            </a:lvl1pPr>
            <a:lvl2pPr>
              <a:defRPr sz="1200">
                <a:solidFill>
                  <a:srgbClr val="FFFFFF"/>
                </a:solidFill>
              </a:defRPr>
            </a:lvl2pPr>
            <a:lvl3pPr>
              <a:defRPr sz="1000">
                <a:solidFill>
                  <a:srgbClr val="FFFFFF"/>
                </a:solidFill>
              </a:defRPr>
            </a:lvl3pPr>
            <a:lvl4pPr>
              <a:defRPr sz="900">
                <a:solidFill>
                  <a:srgbClr val="FFFFFF"/>
                </a:solidFill>
              </a:defRPr>
            </a:lvl4pPr>
            <a:lvl5pPr>
              <a:defRPr sz="900">
                <a:solidFill>
                  <a:srgbClr val="FFFFFF"/>
                </a:solidFill>
              </a:defRPr>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F163E985-D0AA-4BCC-AD8D-A9565A58672F}" type="datetimeFigureOut">
              <a:rPr lang="en-US" smtClean="0"/>
              <a:pPr/>
              <a:t>9/21/2026</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683C8641-B7F1-4194-A95B-375A16EEFC0B}" type="slidenum">
              <a:rPr lang="en-US" smtClean="0"/>
              <a:pPr/>
              <a:t>‹#›</a:t>
            </a:fld>
            <a:endParaRPr lang="en-US"/>
          </a:p>
        </p:txBody>
      </p:sp>
      <p:sp>
        <p:nvSpPr>
          <p:cNvPr id="3" name="Picture Placeholder 2"/>
          <p:cNvSpPr>
            <a:spLocks noGrp="1"/>
          </p:cNvSpPr>
          <p:nvPr>
            <p:ph type="pic" idx="1"/>
          </p:nvPr>
        </p:nvSpPr>
        <p:spPr>
          <a:xfrm>
            <a:off x="421480" y="435768"/>
            <a:ext cx="5925312" cy="4343400"/>
          </a:xfrm>
          <a:prstGeom prst="snipRoundRect">
            <a:avLst>
              <a:gd name="adj1" fmla="val 1040"/>
              <a:gd name="adj2" fmla="val 0"/>
            </a:avLst>
          </a:prstGeom>
          <a:solidFill>
            <a:schemeClr val="bg2">
              <a:shade val="10000"/>
            </a:schemeClr>
          </a:solidFill>
        </p:spPr>
        <p:txBody>
          <a:bodyPr/>
          <a:lstStyle>
            <a:lvl1pPr marL="0" indent="0">
              <a:buNone/>
              <a:defRPr sz="3200"/>
            </a:lvl1pPr>
            <a:extLst/>
          </a:lstStyle>
          <a:p>
            <a:r>
              <a:rPr kumimoji="0" lang="en-US" smtClean="0"/>
              <a:t>Click icon to add picture</a:t>
            </a:r>
            <a:endParaRPr kumimoji="0"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502920" y="4983480"/>
            <a:ext cx="8183880" cy="1051560"/>
          </a:xfrm>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502920" y="530352"/>
            <a:ext cx="8183880" cy="4187952"/>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F163E985-D0AA-4BCC-AD8D-A9565A58672F}" type="datetimeFigureOut">
              <a:rPr lang="en-US" smtClean="0"/>
              <a:pPr/>
              <a:t>9/21/2026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683C8641-B7F1-4194-A95B-375A16EEFC0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533404"/>
            <a:ext cx="1981200" cy="5257799"/>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533400" y="533402"/>
            <a:ext cx="5943600" cy="525780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F163E985-D0AA-4BCC-AD8D-A9565A58672F}" type="datetimeFigureOut">
              <a:rPr lang="en-US" smtClean="0"/>
              <a:pPr/>
              <a:t>9/21/2026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683C8641-B7F1-4194-A95B-375A16EEFC0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ounded Rectangle 6"/>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Rounded Rectangle 8"/>
          <p:cNvSpPr/>
          <p:nvPr/>
        </p:nvSpPr>
        <p:spPr>
          <a:xfrm>
            <a:off x="418596" y="434162"/>
            <a:ext cx="8306809" cy="5486400"/>
          </a:xfrm>
          <a:prstGeom prst="roundRect">
            <a:avLst>
              <a:gd name="adj" fmla="val 2127"/>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3" name="Title Placeholder 12"/>
          <p:cNvSpPr>
            <a:spLocks noGrp="1"/>
          </p:cNvSpPr>
          <p:nvPr>
            <p:ph type="title"/>
          </p:nvPr>
        </p:nvSpPr>
        <p:spPr>
          <a:xfrm>
            <a:off x="502920" y="4985590"/>
            <a:ext cx="8183880" cy="1051560"/>
          </a:xfrm>
          <a:prstGeom prst="rect">
            <a:avLst/>
          </a:prstGeom>
        </p:spPr>
        <p:txBody>
          <a:bodyPr vert="horz" anchor="b">
            <a:normAutofit/>
          </a:bodyPr>
          <a:lstStyle>
            <a:extLst/>
          </a:lstStyle>
          <a:p>
            <a:r>
              <a:rPr kumimoji="0" lang="en-US" smtClean="0"/>
              <a:t>Click to edit Master title style</a:t>
            </a:r>
            <a:endParaRPr kumimoji="0" lang="en-US"/>
          </a:p>
        </p:txBody>
      </p:sp>
      <p:sp>
        <p:nvSpPr>
          <p:cNvPr id="4" name="Text Placeholder 3"/>
          <p:cNvSpPr>
            <a:spLocks noGrp="1"/>
          </p:cNvSpPr>
          <p:nvPr>
            <p:ph type="body" idx="1"/>
          </p:nvPr>
        </p:nvSpPr>
        <p:spPr>
          <a:xfrm>
            <a:off x="502920" y="530352"/>
            <a:ext cx="8183880" cy="4187952"/>
          </a:xfrm>
          <a:prstGeom prst="rect">
            <a:avLst/>
          </a:prstGeom>
        </p:spPr>
        <p:txBody>
          <a:bodyPr vert="horz" lIns="182880" tIns="91440">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5" name="Date Placeholder 24"/>
          <p:cNvSpPr>
            <a:spLocks noGrp="1"/>
          </p:cNvSpPr>
          <p:nvPr>
            <p:ph type="dt" sz="half" idx="2"/>
          </p:nvPr>
        </p:nvSpPr>
        <p:spPr>
          <a:xfrm>
            <a:off x="3776328" y="6111875"/>
            <a:ext cx="2286000" cy="365125"/>
          </a:xfrm>
          <a:prstGeom prst="rect">
            <a:avLst/>
          </a:prstGeom>
        </p:spPr>
        <p:txBody>
          <a:bodyPr vert="horz" anchor="b"/>
          <a:lstStyle>
            <a:lvl1pPr algn="r" eaLnBrk="1" latinLnBrk="0" hangingPunct="1">
              <a:defRPr kumimoji="0" sz="1000">
                <a:solidFill>
                  <a:schemeClr val="bg2">
                    <a:shade val="50000"/>
                  </a:schemeClr>
                </a:solidFill>
              </a:defRPr>
            </a:lvl1pPr>
            <a:extLst/>
          </a:lstStyle>
          <a:p>
            <a:fld id="{F163E985-D0AA-4BCC-AD8D-A9565A58672F}" type="datetimeFigureOut">
              <a:rPr lang="en-US" smtClean="0"/>
              <a:pPr/>
              <a:t>9/21/2026</a:t>
            </a:fld>
            <a:endParaRPr lang="en-US"/>
          </a:p>
        </p:txBody>
      </p:sp>
      <p:sp>
        <p:nvSpPr>
          <p:cNvPr id="18" name="Footer Placeholder 17"/>
          <p:cNvSpPr>
            <a:spLocks noGrp="1"/>
          </p:cNvSpPr>
          <p:nvPr>
            <p:ph type="ftr" sz="quarter" idx="3"/>
          </p:nvPr>
        </p:nvSpPr>
        <p:spPr>
          <a:xfrm>
            <a:off x="6062328" y="6111875"/>
            <a:ext cx="2286000" cy="365125"/>
          </a:xfrm>
          <a:prstGeom prst="rect">
            <a:avLst/>
          </a:prstGeom>
        </p:spPr>
        <p:txBody>
          <a:bodyPr vert="horz" anchor="b"/>
          <a:lstStyle>
            <a:lvl1pPr algn="l" eaLnBrk="1" latinLnBrk="0" hangingPunct="1">
              <a:defRPr kumimoji="0" sz="1000">
                <a:solidFill>
                  <a:schemeClr val="bg2">
                    <a:shade val="50000"/>
                  </a:schemeClr>
                </a:solidFill>
              </a:defRPr>
            </a:lvl1pPr>
            <a:extLst/>
          </a:lstStyle>
          <a:p>
            <a:endParaRPr lang="en-US"/>
          </a:p>
        </p:txBody>
      </p:sp>
      <p:sp>
        <p:nvSpPr>
          <p:cNvPr id="5" name="Slide Number Placeholder 4"/>
          <p:cNvSpPr>
            <a:spLocks noGrp="1"/>
          </p:cNvSpPr>
          <p:nvPr>
            <p:ph type="sldNum" sz="quarter" idx="4"/>
          </p:nvPr>
        </p:nvSpPr>
        <p:spPr>
          <a:xfrm>
            <a:off x="8348328" y="6111875"/>
            <a:ext cx="457200" cy="365125"/>
          </a:xfrm>
          <a:prstGeom prst="rect">
            <a:avLst/>
          </a:prstGeom>
        </p:spPr>
        <p:txBody>
          <a:bodyPr vert="horz" anchor="b"/>
          <a:lstStyle>
            <a:lvl1pPr algn="r" eaLnBrk="1" latinLnBrk="0" hangingPunct="1">
              <a:defRPr kumimoji="0" sz="1000">
                <a:solidFill>
                  <a:schemeClr val="bg2">
                    <a:shade val="50000"/>
                  </a:schemeClr>
                </a:solidFill>
              </a:defRPr>
            </a:lvl1pPr>
            <a:extLst/>
          </a:lstStyle>
          <a:p>
            <a:fld id="{683C8641-B7F1-4194-A95B-375A16EEFC0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rtl="0" eaLnBrk="1" latinLnBrk="0" hangingPunct="1">
        <a:spcBef>
          <a:spcPct val="0"/>
        </a:spcBef>
        <a:buNone/>
        <a:defRPr kumimoji="0" sz="3600" b="1" kern="1200">
          <a:solidFill>
            <a:schemeClr val="accent1">
              <a:tint val="88000"/>
              <a:satMod val="150000"/>
            </a:schemeClr>
          </a:solidFill>
          <a:effectLst>
            <a:outerShdw blurRad="53975" dist="22860" dir="5400000" algn="tl" rotWithShape="0">
              <a:srgbClr val="000000">
                <a:alpha val="55000"/>
              </a:srgbClr>
            </a:outerShdw>
          </a:effectLst>
          <a:latin typeface="+mj-lt"/>
          <a:ea typeface="+mj-ea"/>
          <a:cs typeface="+mj-cs"/>
        </a:defRPr>
      </a:lvl1pPr>
      <a:extLst/>
    </p:titleStyle>
    <p:bodyStyle>
      <a:lvl1pPr marL="265176" indent="-265176" algn="l" rtl="0" eaLnBrk="1" latinLnBrk="0" hangingPunct="1">
        <a:spcBef>
          <a:spcPts val="250"/>
        </a:spcBef>
        <a:buClr>
          <a:schemeClr val="accent1"/>
        </a:buClr>
        <a:buSzPct val="80000"/>
        <a:buFont typeface="Wingdings 2"/>
        <a:buChar char=""/>
        <a:defRPr kumimoji="0" sz="2800" kern="1200">
          <a:solidFill>
            <a:schemeClr val="tx1"/>
          </a:solidFill>
          <a:effectLst/>
          <a:latin typeface="+mn-lt"/>
          <a:ea typeface="+mn-ea"/>
          <a:cs typeface="+mn-cs"/>
        </a:defRPr>
      </a:lvl1pPr>
      <a:lvl2pPr marL="548640" indent="-201168" algn="l" rtl="0" eaLnBrk="1" latinLnBrk="0" hangingPunct="1">
        <a:spcBef>
          <a:spcPts val="250"/>
        </a:spcBef>
        <a:buClr>
          <a:schemeClr val="accent1"/>
        </a:buClr>
        <a:buSzPct val="100000"/>
        <a:buFont typeface="Verdana"/>
        <a:buChar char="◦"/>
        <a:defRPr kumimoji="0" sz="2400" kern="1200">
          <a:solidFill>
            <a:schemeClr val="tx1"/>
          </a:solidFill>
          <a:latin typeface="+mn-lt"/>
          <a:ea typeface="+mn-ea"/>
          <a:cs typeface="+mn-cs"/>
        </a:defRPr>
      </a:lvl2pPr>
      <a:lvl3pPr marL="786384" indent="-182880" algn="l" rtl="0" eaLnBrk="1" latinLnBrk="0" hangingPunct="1">
        <a:spcBef>
          <a:spcPts val="250"/>
        </a:spcBef>
        <a:buClr>
          <a:schemeClr val="accent2">
            <a:tint val="85000"/>
            <a:satMod val="285000"/>
          </a:schemeClr>
        </a:buClr>
        <a:buSzPct val="100000"/>
        <a:buFont typeface="Wingdings 2"/>
        <a:buChar char=""/>
        <a:defRPr kumimoji="0" sz="2200" kern="1200">
          <a:solidFill>
            <a:schemeClr val="tx1"/>
          </a:solidFill>
          <a:latin typeface="+mn-lt"/>
          <a:ea typeface="+mn-ea"/>
          <a:cs typeface="+mn-cs"/>
        </a:defRPr>
      </a:lvl3pPr>
      <a:lvl4pPr marL="1024128" indent="-182880" algn="l" rtl="0" eaLnBrk="1" latinLnBrk="0" hangingPunct="1">
        <a:spcBef>
          <a:spcPts val="230"/>
        </a:spcBef>
        <a:buClr>
          <a:schemeClr val="accent2">
            <a:tint val="85000"/>
            <a:satMod val="285000"/>
          </a:schemeClr>
        </a:buClr>
        <a:buSzPct val="112000"/>
        <a:buFont typeface="Verdana"/>
        <a:buChar char="◦"/>
        <a:defRPr kumimoji="0" sz="1900" kern="1200">
          <a:solidFill>
            <a:schemeClr val="tx1"/>
          </a:solidFill>
          <a:latin typeface="+mn-lt"/>
          <a:ea typeface="+mn-ea"/>
          <a:cs typeface="+mn-cs"/>
        </a:defRPr>
      </a:lvl4pPr>
      <a:lvl5pPr marL="1280160" indent="-182880" algn="l" rtl="0" eaLnBrk="1" latinLnBrk="0" hangingPunct="1">
        <a:spcBef>
          <a:spcPts val="250"/>
        </a:spcBef>
        <a:buClr>
          <a:schemeClr val="accent3">
            <a:tint val="85000"/>
            <a:satMod val="275000"/>
          </a:schemeClr>
        </a:buClr>
        <a:buSzPct val="100000"/>
        <a:buFont typeface="Wingdings 2"/>
        <a:buChar char=""/>
        <a:defRPr kumimoji="0" sz="1800" kern="1200">
          <a:solidFill>
            <a:schemeClr val="tx1"/>
          </a:solidFill>
          <a:latin typeface="+mn-lt"/>
          <a:ea typeface="+mn-ea"/>
          <a:cs typeface="+mn-cs"/>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jpeg"/><Relationship Id="rId5" Type="http://schemas.openxmlformats.org/officeDocument/2006/relationships/image" Target="../media/image16.jpg"/><Relationship Id="rId4" Type="http://schemas.openxmlformats.org/officeDocument/2006/relationships/image" Target="../media/image15.gif"/></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eg"/><Relationship Id="rId1" Type="http://schemas.openxmlformats.org/officeDocument/2006/relationships/slideLayout" Target="../slideLayouts/slideLayout2.xml"/><Relationship Id="rId5" Type="http://schemas.openxmlformats.org/officeDocument/2006/relationships/image" Target="../media/image23.gif"/><Relationship Id="rId4" Type="http://schemas.openxmlformats.org/officeDocument/2006/relationships/image" Target="../media/image22.jpg"/></Relationships>
</file>

<file path=ppt/slides/_rels/slide12.xml.rels><?xml version="1.0" encoding="UTF-8" standalone="yes"?>
<Relationships xmlns="http://schemas.openxmlformats.org/package/2006/relationships"><Relationship Id="rId8" Type="http://schemas.openxmlformats.org/officeDocument/2006/relationships/image" Target="../media/image30.jpg"/><Relationship Id="rId3" Type="http://schemas.openxmlformats.org/officeDocument/2006/relationships/image" Target="../media/image25.png"/><Relationship Id="rId7" Type="http://schemas.openxmlformats.org/officeDocument/2006/relationships/image" Target="../media/image29.jpg"/><Relationship Id="rId2" Type="http://schemas.openxmlformats.org/officeDocument/2006/relationships/image" Target="../media/image24.jpeg"/><Relationship Id="rId1" Type="http://schemas.openxmlformats.org/officeDocument/2006/relationships/slideLayout" Target="../slideLayouts/slideLayout2.xml"/><Relationship Id="rId6" Type="http://schemas.openxmlformats.org/officeDocument/2006/relationships/image" Target="../media/image28.jpg"/><Relationship Id="rId5" Type="http://schemas.openxmlformats.org/officeDocument/2006/relationships/image" Target="../media/image27.gif"/><Relationship Id="rId4" Type="http://schemas.openxmlformats.org/officeDocument/2006/relationships/image" Target="../media/image26.jpeg"/></Relationships>
</file>

<file path=ppt/slides/_rels/slide13.xml.rels><?xml version="1.0" encoding="UTF-8" standalone="yes"?>
<Relationships xmlns="http://schemas.openxmlformats.org/package/2006/relationships"><Relationship Id="rId3" Type="http://schemas.openxmlformats.org/officeDocument/2006/relationships/image" Target="../media/image32.gif"/><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35.gif"/><Relationship Id="rId5" Type="http://schemas.openxmlformats.org/officeDocument/2006/relationships/image" Target="../media/image34.gif"/><Relationship Id="rId4" Type="http://schemas.openxmlformats.org/officeDocument/2006/relationships/image" Target="../media/image33.gif"/></Relationships>
</file>

<file path=ppt/slides/_rels/slide14.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41.gif"/><Relationship Id="rId2" Type="http://schemas.openxmlformats.org/officeDocument/2006/relationships/image" Target="../media/image36.jpeg"/><Relationship Id="rId1" Type="http://schemas.openxmlformats.org/officeDocument/2006/relationships/slideLayout" Target="../slideLayouts/slideLayout2.xml"/><Relationship Id="rId6" Type="http://schemas.openxmlformats.org/officeDocument/2006/relationships/image" Target="../media/image40.gif"/><Relationship Id="rId5" Type="http://schemas.openxmlformats.org/officeDocument/2006/relationships/image" Target="../media/image39.gif"/><Relationship Id="rId4" Type="http://schemas.openxmlformats.org/officeDocument/2006/relationships/image" Target="../media/image38.png"/></Relationships>
</file>

<file path=ppt/slides/_rels/slide15.xml.rels><?xml version="1.0" encoding="UTF-8" standalone="yes"?>
<Relationships xmlns="http://schemas.openxmlformats.org/package/2006/relationships"><Relationship Id="rId3" Type="http://schemas.openxmlformats.org/officeDocument/2006/relationships/image" Target="../media/image43.gif"/><Relationship Id="rId2" Type="http://schemas.openxmlformats.org/officeDocument/2006/relationships/image" Target="../media/image42.jpeg"/><Relationship Id="rId1" Type="http://schemas.openxmlformats.org/officeDocument/2006/relationships/slideLayout" Target="../slideLayouts/slideLayout2.xml"/><Relationship Id="rId6" Type="http://schemas.openxmlformats.org/officeDocument/2006/relationships/image" Target="../media/image46.gif"/><Relationship Id="rId5" Type="http://schemas.openxmlformats.org/officeDocument/2006/relationships/image" Target="../media/image45.gif"/><Relationship Id="rId4" Type="http://schemas.openxmlformats.org/officeDocument/2006/relationships/image" Target="../media/image44.jpg"/></Relationships>
</file>

<file path=ppt/slides/_rels/slide1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8.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412750"/>
            <a:ext cx="8382000" cy="5454650"/>
          </a:xfrm>
          <a:prstGeom prst="rect">
            <a:avLst/>
          </a:prstGeom>
        </p:spPr>
      </p:pic>
    </p:spTree>
    <p:extLst>
      <p:ext uri="{BB962C8B-B14F-4D97-AF65-F5344CB8AC3E}">
        <p14:creationId xmlns:p14="http://schemas.microsoft.com/office/powerpoint/2010/main" val="3770406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4800" y="340625"/>
            <a:ext cx="8534400" cy="6172200"/>
          </a:xfrm>
          <a:prstGeom prst="rect">
            <a:avLst/>
          </a:prstGeom>
        </p:spPr>
      </p:pic>
      <p:sp>
        <p:nvSpPr>
          <p:cNvPr id="5" name="TextBox 4"/>
          <p:cNvSpPr txBox="1"/>
          <p:nvPr/>
        </p:nvSpPr>
        <p:spPr>
          <a:xfrm>
            <a:off x="3810000" y="1158354"/>
            <a:ext cx="2362200" cy="369332"/>
          </a:xfrm>
          <a:prstGeom prst="rect">
            <a:avLst/>
          </a:prstGeom>
          <a:noFill/>
        </p:spPr>
        <p:txBody>
          <a:bodyPr wrap="square" rtlCol="0">
            <a:spAutoFit/>
          </a:bodyPr>
          <a:lstStyle/>
          <a:p>
            <a:r>
              <a:rPr lang="en-US" smtClean="0"/>
              <a:t>Ms</a:t>
            </a:r>
            <a:r>
              <a:rPr lang="en-US" dirty="0" smtClean="0"/>
              <a:t>. Mona </a:t>
            </a:r>
            <a:r>
              <a:rPr lang="en-US" dirty="0" err="1" smtClean="0"/>
              <a:t>Gehad</a:t>
            </a:r>
            <a:endParaRPr lang="en-US" dirty="0"/>
          </a:p>
        </p:txBody>
      </p:sp>
      <p:sp>
        <p:nvSpPr>
          <p:cNvPr id="6" name="TextBox 5"/>
          <p:cNvSpPr txBox="1"/>
          <p:nvPr/>
        </p:nvSpPr>
        <p:spPr>
          <a:xfrm>
            <a:off x="6934200" y="1343020"/>
            <a:ext cx="609600" cy="369332"/>
          </a:xfrm>
          <a:prstGeom prst="rect">
            <a:avLst/>
          </a:prstGeom>
          <a:noFill/>
        </p:spPr>
        <p:txBody>
          <a:bodyPr wrap="square" rtlCol="0">
            <a:spAutoFit/>
          </a:bodyPr>
          <a:lstStyle/>
          <a:p>
            <a:r>
              <a:rPr lang="en-US" smtClean="0"/>
              <a:t>37</a:t>
            </a:r>
            <a:endParaRPr lang="en-US" dirty="0"/>
          </a:p>
        </p:txBody>
      </p:sp>
      <p:sp>
        <p:nvSpPr>
          <p:cNvPr id="7" name="TextBox 6"/>
          <p:cNvSpPr txBox="1"/>
          <p:nvPr/>
        </p:nvSpPr>
        <p:spPr>
          <a:xfrm>
            <a:off x="2514600" y="2438400"/>
            <a:ext cx="1752600" cy="369332"/>
          </a:xfrm>
          <a:prstGeom prst="rect">
            <a:avLst/>
          </a:prstGeom>
          <a:noFill/>
        </p:spPr>
        <p:txBody>
          <a:bodyPr wrap="square" rtlCol="0">
            <a:spAutoFit/>
          </a:bodyPr>
          <a:lstStyle/>
          <a:p>
            <a:r>
              <a:rPr lang="en-US" dirty="0" smtClean="0"/>
              <a:t>The beach</a:t>
            </a:r>
            <a:endParaRPr lang="en-US" dirty="0"/>
          </a:p>
        </p:txBody>
      </p:sp>
      <p:sp>
        <p:nvSpPr>
          <p:cNvPr id="8" name="TextBox 7"/>
          <p:cNvSpPr txBox="1"/>
          <p:nvPr/>
        </p:nvSpPr>
        <p:spPr>
          <a:xfrm>
            <a:off x="5867400" y="2807732"/>
            <a:ext cx="1676400" cy="369332"/>
          </a:xfrm>
          <a:prstGeom prst="rect">
            <a:avLst/>
          </a:prstGeom>
          <a:noFill/>
        </p:spPr>
        <p:txBody>
          <a:bodyPr wrap="square" rtlCol="0">
            <a:spAutoFit/>
          </a:bodyPr>
          <a:lstStyle/>
          <a:p>
            <a:pPr algn="ctr"/>
            <a:r>
              <a:rPr lang="en-US" dirty="0" smtClean="0"/>
              <a:t>Blue</a:t>
            </a:r>
            <a:endParaRPr lang="en-US" dirty="0"/>
          </a:p>
        </p:txBody>
      </p:sp>
      <p:sp>
        <p:nvSpPr>
          <p:cNvPr id="2" name="TextBox 1"/>
          <p:cNvSpPr txBox="1"/>
          <p:nvPr/>
        </p:nvSpPr>
        <p:spPr>
          <a:xfrm>
            <a:off x="1295400" y="5410200"/>
            <a:ext cx="2743200" cy="646331"/>
          </a:xfrm>
          <a:prstGeom prst="rect">
            <a:avLst/>
          </a:prstGeom>
          <a:noFill/>
        </p:spPr>
        <p:txBody>
          <a:bodyPr wrap="square" rtlCol="0">
            <a:spAutoFit/>
          </a:bodyPr>
          <a:lstStyle/>
          <a:p>
            <a:r>
              <a:rPr lang="en-US" dirty="0" smtClean="0"/>
              <a:t>Playing basketball</a:t>
            </a:r>
          </a:p>
          <a:p>
            <a:r>
              <a:rPr lang="en-US" dirty="0" smtClean="0"/>
              <a:t>Drawing</a:t>
            </a:r>
            <a:endParaRPr lang="en-US" dirty="0"/>
          </a:p>
        </p:txBody>
      </p:sp>
      <p:sp>
        <p:nvSpPr>
          <p:cNvPr id="3" name="TextBox 2"/>
          <p:cNvSpPr txBox="1"/>
          <p:nvPr/>
        </p:nvSpPr>
        <p:spPr>
          <a:xfrm>
            <a:off x="1905000" y="4343400"/>
            <a:ext cx="1905000" cy="369332"/>
          </a:xfrm>
          <a:prstGeom prst="rect">
            <a:avLst/>
          </a:prstGeom>
          <a:noFill/>
        </p:spPr>
        <p:txBody>
          <a:bodyPr wrap="square" rtlCol="0">
            <a:spAutoFit/>
          </a:bodyPr>
          <a:lstStyle/>
          <a:p>
            <a:r>
              <a:rPr lang="en-US" dirty="0" smtClean="0"/>
              <a:t>Cheese cake</a:t>
            </a:r>
            <a:endParaRPr lang="en-US" dirty="0"/>
          </a:p>
        </p:txBody>
      </p:sp>
      <p:sp>
        <p:nvSpPr>
          <p:cNvPr id="9" name="TextBox 8"/>
          <p:cNvSpPr txBox="1"/>
          <p:nvPr/>
        </p:nvSpPr>
        <p:spPr>
          <a:xfrm>
            <a:off x="4876800" y="4114800"/>
            <a:ext cx="1600200" cy="369332"/>
          </a:xfrm>
          <a:prstGeom prst="rect">
            <a:avLst/>
          </a:prstGeom>
          <a:noFill/>
        </p:spPr>
        <p:txBody>
          <a:bodyPr wrap="square" rtlCol="0">
            <a:spAutoFit/>
          </a:bodyPr>
          <a:lstStyle/>
          <a:p>
            <a:r>
              <a:rPr lang="en-US" dirty="0" smtClean="0"/>
              <a:t>Harry Potter</a:t>
            </a:r>
            <a:endParaRPr lang="en-US" dirty="0"/>
          </a:p>
        </p:txBody>
      </p:sp>
    </p:spTree>
    <p:extLst>
      <p:ext uri="{BB962C8B-B14F-4D97-AF65-F5344CB8AC3E}">
        <p14:creationId xmlns:p14="http://schemas.microsoft.com/office/powerpoint/2010/main" val="2565540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ppt_x</p:attrName>
                                        </p:attrNameLst>
                                      </p:cBhvr>
                                      <p:tavLst>
                                        <p:tav tm="0">
                                          <p:val>
                                            <p:strVal val="#ppt_x"/>
                                          </p:val>
                                        </p:tav>
                                        <p:tav tm="100000">
                                          <p:val>
                                            <p:strVal val="#ppt_x"/>
                                          </p:val>
                                        </p:tav>
                                      </p:tavLst>
                                    </p:anim>
                                    <p:anim calcmode="lin" valueType="num">
                                      <p:cBhvr>
                                        <p:cTn id="1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1000"/>
                                        <p:tgtEl>
                                          <p:spTgt spid="6"/>
                                        </p:tgtEl>
                                      </p:cBhvr>
                                    </p:animEffect>
                                    <p:anim calcmode="lin" valueType="num">
                                      <p:cBhvr>
                                        <p:cTn id="21" dur="1000" fill="hold"/>
                                        <p:tgtEl>
                                          <p:spTgt spid="6"/>
                                        </p:tgtEl>
                                        <p:attrNameLst>
                                          <p:attrName>ppt_x</p:attrName>
                                        </p:attrNameLst>
                                      </p:cBhvr>
                                      <p:tavLst>
                                        <p:tav tm="0">
                                          <p:val>
                                            <p:strVal val="#ppt_x"/>
                                          </p:val>
                                        </p:tav>
                                        <p:tav tm="100000">
                                          <p:val>
                                            <p:strVal val="#ppt_x"/>
                                          </p:val>
                                        </p:tav>
                                      </p:tavLst>
                                    </p:anim>
                                    <p:anim calcmode="lin" valueType="num">
                                      <p:cBhvr>
                                        <p:cTn id="22"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1000"/>
                                        <p:tgtEl>
                                          <p:spTgt spid="7"/>
                                        </p:tgtEl>
                                      </p:cBhvr>
                                    </p:animEffect>
                                    <p:anim calcmode="lin" valueType="num">
                                      <p:cBhvr>
                                        <p:cTn id="28" dur="1000" fill="hold"/>
                                        <p:tgtEl>
                                          <p:spTgt spid="7"/>
                                        </p:tgtEl>
                                        <p:attrNameLst>
                                          <p:attrName>ppt_x</p:attrName>
                                        </p:attrNameLst>
                                      </p:cBhvr>
                                      <p:tavLst>
                                        <p:tav tm="0">
                                          <p:val>
                                            <p:strVal val="#ppt_x"/>
                                          </p:val>
                                        </p:tav>
                                        <p:tav tm="100000">
                                          <p:val>
                                            <p:strVal val="#ppt_x"/>
                                          </p:val>
                                        </p:tav>
                                      </p:tavLst>
                                    </p:anim>
                                    <p:anim calcmode="lin" valueType="num">
                                      <p:cBhvr>
                                        <p:cTn id="2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1000"/>
                                        <p:tgtEl>
                                          <p:spTgt spid="8"/>
                                        </p:tgtEl>
                                      </p:cBhvr>
                                    </p:animEffect>
                                    <p:anim calcmode="lin" valueType="num">
                                      <p:cBhvr>
                                        <p:cTn id="35" dur="1000" fill="hold"/>
                                        <p:tgtEl>
                                          <p:spTgt spid="8"/>
                                        </p:tgtEl>
                                        <p:attrNameLst>
                                          <p:attrName>ppt_x</p:attrName>
                                        </p:attrNameLst>
                                      </p:cBhvr>
                                      <p:tavLst>
                                        <p:tav tm="0">
                                          <p:val>
                                            <p:strVal val="#ppt_x"/>
                                          </p:val>
                                        </p:tav>
                                        <p:tav tm="100000">
                                          <p:val>
                                            <p:strVal val="#ppt_x"/>
                                          </p:val>
                                        </p:tav>
                                      </p:tavLst>
                                    </p:anim>
                                    <p:anim calcmode="lin" valueType="num">
                                      <p:cBhvr>
                                        <p:cTn id="3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3"/>
                                        </p:tgtEl>
                                        <p:attrNameLst>
                                          <p:attrName>style.visibility</p:attrName>
                                        </p:attrNameLst>
                                      </p:cBhvr>
                                      <p:to>
                                        <p:strVal val="visible"/>
                                      </p:to>
                                    </p:set>
                                    <p:animEffect transition="in" filter="fade">
                                      <p:cBhvr>
                                        <p:cTn id="41" dur="1000"/>
                                        <p:tgtEl>
                                          <p:spTgt spid="3"/>
                                        </p:tgtEl>
                                      </p:cBhvr>
                                    </p:animEffect>
                                    <p:anim calcmode="lin" valueType="num">
                                      <p:cBhvr>
                                        <p:cTn id="42" dur="1000" fill="hold"/>
                                        <p:tgtEl>
                                          <p:spTgt spid="3"/>
                                        </p:tgtEl>
                                        <p:attrNameLst>
                                          <p:attrName>ppt_x</p:attrName>
                                        </p:attrNameLst>
                                      </p:cBhvr>
                                      <p:tavLst>
                                        <p:tav tm="0">
                                          <p:val>
                                            <p:strVal val="#ppt_x"/>
                                          </p:val>
                                        </p:tav>
                                        <p:tav tm="100000">
                                          <p:val>
                                            <p:strVal val="#ppt_x"/>
                                          </p:val>
                                        </p:tav>
                                      </p:tavLst>
                                    </p:anim>
                                    <p:anim calcmode="lin" valueType="num">
                                      <p:cBhvr>
                                        <p:cTn id="4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9"/>
                                        </p:tgtEl>
                                        <p:attrNameLst>
                                          <p:attrName>style.visibility</p:attrName>
                                        </p:attrNameLst>
                                      </p:cBhvr>
                                      <p:to>
                                        <p:strVal val="visible"/>
                                      </p:to>
                                    </p:set>
                                    <p:animEffect transition="in" filter="fade">
                                      <p:cBhvr>
                                        <p:cTn id="48" dur="1000"/>
                                        <p:tgtEl>
                                          <p:spTgt spid="9"/>
                                        </p:tgtEl>
                                      </p:cBhvr>
                                    </p:animEffect>
                                    <p:anim calcmode="lin" valueType="num">
                                      <p:cBhvr>
                                        <p:cTn id="49" dur="1000" fill="hold"/>
                                        <p:tgtEl>
                                          <p:spTgt spid="9"/>
                                        </p:tgtEl>
                                        <p:attrNameLst>
                                          <p:attrName>ppt_x</p:attrName>
                                        </p:attrNameLst>
                                      </p:cBhvr>
                                      <p:tavLst>
                                        <p:tav tm="0">
                                          <p:val>
                                            <p:strVal val="#ppt_x"/>
                                          </p:val>
                                        </p:tav>
                                        <p:tav tm="100000">
                                          <p:val>
                                            <p:strVal val="#ppt_x"/>
                                          </p:val>
                                        </p:tav>
                                      </p:tavLst>
                                    </p:anim>
                                    <p:anim calcmode="lin" valueType="num">
                                      <p:cBhvr>
                                        <p:cTn id="5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2"/>
                                        </p:tgtEl>
                                        <p:attrNameLst>
                                          <p:attrName>style.visibility</p:attrName>
                                        </p:attrNameLst>
                                      </p:cBhvr>
                                      <p:to>
                                        <p:strVal val="visible"/>
                                      </p:to>
                                    </p:set>
                                    <p:animEffect transition="in" filter="fade">
                                      <p:cBhvr>
                                        <p:cTn id="55" dur="1000"/>
                                        <p:tgtEl>
                                          <p:spTgt spid="2"/>
                                        </p:tgtEl>
                                      </p:cBhvr>
                                    </p:animEffect>
                                    <p:anim calcmode="lin" valueType="num">
                                      <p:cBhvr>
                                        <p:cTn id="56" dur="1000" fill="hold"/>
                                        <p:tgtEl>
                                          <p:spTgt spid="2"/>
                                        </p:tgtEl>
                                        <p:attrNameLst>
                                          <p:attrName>ppt_x</p:attrName>
                                        </p:attrNameLst>
                                      </p:cBhvr>
                                      <p:tavLst>
                                        <p:tav tm="0">
                                          <p:val>
                                            <p:strVal val="#ppt_x"/>
                                          </p:val>
                                        </p:tav>
                                        <p:tav tm="100000">
                                          <p:val>
                                            <p:strVal val="#ppt_x"/>
                                          </p:val>
                                        </p:tav>
                                      </p:tavLst>
                                    </p:anim>
                                    <p:anim calcmode="lin" valueType="num">
                                      <p:cBhvr>
                                        <p:cTn id="57"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2" grpId="0"/>
      <p:bldP spid="3"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2209800"/>
            <a:ext cx="8183880" cy="3825240"/>
          </a:xfrm>
        </p:spPr>
        <p:txBody>
          <a:bodyPr>
            <a:normAutofit/>
          </a:bodyPr>
          <a:lstStyle/>
          <a:p>
            <a:r>
              <a:rPr lang="en-US" sz="2800" i="1" dirty="0">
                <a:solidFill>
                  <a:srgbClr val="C00000"/>
                </a:solidFill>
                <a:effectLst/>
                <a:latin typeface="Times New Roman" pitchFamily="18" charset="0"/>
                <a:cs typeface="Times New Roman" pitchFamily="18" charset="0"/>
              </a:rPr>
              <a:t>Try to tell me your names through giving me hints…</a:t>
            </a:r>
            <a:br>
              <a:rPr lang="en-US" sz="2800" i="1" dirty="0">
                <a:solidFill>
                  <a:srgbClr val="C00000"/>
                </a:solidFill>
                <a:effectLst/>
                <a:latin typeface="Times New Roman" pitchFamily="18" charset="0"/>
                <a:cs typeface="Times New Roman" pitchFamily="18" charset="0"/>
              </a:rPr>
            </a:br>
            <a:r>
              <a:rPr lang="en-US" sz="2800" b="0" dirty="0">
                <a:solidFill>
                  <a:srgbClr val="FFFF66"/>
                </a:solidFill>
                <a:effectLst/>
                <a:latin typeface="Times New Roman" pitchFamily="18" charset="0"/>
                <a:cs typeface="Times New Roman" pitchFamily="18" charset="0"/>
              </a:rPr>
              <a:t/>
            </a:r>
            <a:br>
              <a:rPr lang="en-US" sz="2800" b="0" dirty="0">
                <a:solidFill>
                  <a:srgbClr val="FFFF66"/>
                </a:solidFill>
                <a:effectLst/>
                <a:latin typeface="Times New Roman" pitchFamily="18" charset="0"/>
                <a:cs typeface="Times New Roman" pitchFamily="18" charset="0"/>
              </a:rPr>
            </a:br>
            <a:r>
              <a:rPr lang="en-US" sz="2800" b="0" dirty="0" err="1">
                <a:solidFill>
                  <a:srgbClr val="0070C0"/>
                </a:solidFill>
                <a:effectLst/>
                <a:latin typeface="Times New Roman" pitchFamily="18" charset="0"/>
                <a:cs typeface="Times New Roman" pitchFamily="18" charset="0"/>
              </a:rPr>
              <a:t>Eg</a:t>
            </a:r>
            <a:r>
              <a:rPr lang="en-US" sz="2800" b="0" dirty="0">
                <a:solidFill>
                  <a:srgbClr val="0070C0"/>
                </a:solidFill>
                <a:effectLst/>
                <a:latin typeface="Times New Roman" pitchFamily="18" charset="0"/>
                <a:cs typeface="Times New Roman" pitchFamily="18" charset="0"/>
              </a:rPr>
              <a:t>.  </a:t>
            </a:r>
            <a:r>
              <a:rPr lang="en-US" sz="2800" b="0" dirty="0" err="1">
                <a:solidFill>
                  <a:schemeClr val="tx1">
                    <a:lumMod val="85000"/>
                    <a:lumOff val="15000"/>
                  </a:schemeClr>
                </a:solidFill>
                <a:effectLst/>
                <a:latin typeface="Times New Roman" pitchFamily="18" charset="0"/>
                <a:cs typeface="Times New Roman" pitchFamily="18" charset="0"/>
              </a:rPr>
              <a:t>Karim</a:t>
            </a:r>
            <a:r>
              <a:rPr lang="en-US" sz="2800" b="0" dirty="0">
                <a:solidFill>
                  <a:schemeClr val="tx1">
                    <a:lumMod val="85000"/>
                    <a:lumOff val="15000"/>
                  </a:schemeClr>
                </a:solidFill>
                <a:effectLst/>
                <a:latin typeface="Times New Roman" pitchFamily="18" charset="0"/>
                <a:cs typeface="Times New Roman" pitchFamily="18" charset="0"/>
              </a:rPr>
              <a:t> …. we can say he is kind, he likes to share, he likes giving away and finally we can say he is generous.</a:t>
            </a:r>
            <a:br>
              <a:rPr lang="en-US" sz="2800" b="0" dirty="0">
                <a:solidFill>
                  <a:schemeClr val="tx1">
                    <a:lumMod val="85000"/>
                    <a:lumOff val="15000"/>
                  </a:schemeClr>
                </a:solidFill>
                <a:effectLst/>
                <a:latin typeface="Times New Roman" pitchFamily="18" charset="0"/>
                <a:cs typeface="Times New Roman" pitchFamily="18" charset="0"/>
              </a:rPr>
            </a:br>
            <a:r>
              <a:rPr lang="en-US" sz="2800" b="0" dirty="0">
                <a:solidFill>
                  <a:srgbClr val="0070C0"/>
                </a:solidFill>
                <a:effectLst/>
                <a:latin typeface="Times New Roman" pitchFamily="18" charset="0"/>
                <a:cs typeface="Times New Roman" pitchFamily="18" charset="0"/>
              </a:rPr>
              <a:t>Or</a:t>
            </a:r>
            <a:r>
              <a:rPr lang="en-US" sz="2800" b="0" dirty="0">
                <a:solidFill>
                  <a:schemeClr val="tx1">
                    <a:lumMod val="85000"/>
                    <a:lumOff val="15000"/>
                  </a:schemeClr>
                </a:solidFill>
                <a:effectLst/>
                <a:latin typeface="Times New Roman" pitchFamily="18" charset="0"/>
                <a:cs typeface="Times New Roman" pitchFamily="18" charset="0"/>
              </a:rPr>
              <a:t> you can give me letters … </a:t>
            </a:r>
            <a:r>
              <a:rPr lang="en-US" sz="2800" b="0" dirty="0" err="1">
                <a:solidFill>
                  <a:srgbClr val="0070C0"/>
                </a:solidFill>
                <a:effectLst/>
                <a:latin typeface="Times New Roman" pitchFamily="18" charset="0"/>
                <a:cs typeface="Times New Roman" pitchFamily="18" charset="0"/>
              </a:rPr>
              <a:t>eg</a:t>
            </a:r>
            <a:r>
              <a:rPr lang="en-US" sz="2800" b="0" dirty="0">
                <a:solidFill>
                  <a:srgbClr val="0070C0"/>
                </a:solidFill>
                <a:effectLst/>
                <a:latin typeface="Times New Roman" pitchFamily="18" charset="0"/>
                <a:cs typeface="Times New Roman" pitchFamily="18" charset="0"/>
              </a:rPr>
              <a:t>.</a:t>
            </a:r>
            <a:r>
              <a:rPr lang="en-US" sz="2800" b="0" dirty="0">
                <a:solidFill>
                  <a:schemeClr val="tx1">
                    <a:lumMod val="85000"/>
                    <a:lumOff val="15000"/>
                  </a:schemeClr>
                </a:solidFill>
                <a:effectLst/>
                <a:latin typeface="Times New Roman" pitchFamily="18" charset="0"/>
                <a:cs typeface="Times New Roman" pitchFamily="18" charset="0"/>
              </a:rPr>
              <a:t> Dalia .. Starts </a:t>
            </a:r>
            <a:r>
              <a:rPr lang="en-US" sz="2800" b="0">
                <a:solidFill>
                  <a:schemeClr val="tx1">
                    <a:lumMod val="85000"/>
                    <a:lumOff val="15000"/>
                  </a:schemeClr>
                </a:solidFill>
                <a:effectLst/>
                <a:latin typeface="Times New Roman" pitchFamily="18" charset="0"/>
                <a:cs typeface="Times New Roman" pitchFamily="18" charset="0"/>
              </a:rPr>
              <a:t>with </a:t>
            </a:r>
            <a:r>
              <a:rPr lang="en-US" sz="2800" b="0" smtClean="0">
                <a:solidFill>
                  <a:schemeClr val="tx1">
                    <a:lumMod val="85000"/>
                    <a:lumOff val="15000"/>
                  </a:schemeClr>
                </a:solidFill>
                <a:effectLst/>
                <a:latin typeface="Times New Roman" pitchFamily="18" charset="0"/>
                <a:cs typeface="Times New Roman" pitchFamily="18" charset="0"/>
              </a:rPr>
              <a:t/>
            </a:r>
            <a:br>
              <a:rPr lang="en-US" sz="2800" b="0" smtClean="0">
                <a:solidFill>
                  <a:schemeClr val="tx1">
                    <a:lumMod val="85000"/>
                    <a:lumOff val="15000"/>
                  </a:schemeClr>
                </a:solidFill>
                <a:effectLst/>
                <a:latin typeface="Times New Roman" pitchFamily="18" charset="0"/>
                <a:cs typeface="Times New Roman" pitchFamily="18" charset="0"/>
              </a:rPr>
            </a:br>
            <a:r>
              <a:rPr lang="en-US" sz="2800" b="0" smtClean="0">
                <a:solidFill>
                  <a:schemeClr val="tx1">
                    <a:lumMod val="85000"/>
                    <a:lumOff val="15000"/>
                  </a:schemeClr>
                </a:solidFill>
                <a:effectLst/>
                <a:latin typeface="Times New Roman" pitchFamily="18" charset="0"/>
                <a:cs typeface="Times New Roman" pitchFamily="18" charset="0"/>
              </a:rPr>
              <a:t>a </a:t>
            </a:r>
            <a:r>
              <a:rPr lang="en-US" sz="2800" b="0" dirty="0">
                <a:solidFill>
                  <a:schemeClr val="tx1">
                    <a:lumMod val="85000"/>
                    <a:lumOff val="15000"/>
                  </a:schemeClr>
                </a:solidFill>
                <a:effectLst/>
                <a:latin typeface="Times New Roman" pitchFamily="18" charset="0"/>
                <a:cs typeface="Times New Roman" pitchFamily="18" charset="0"/>
              </a:rPr>
              <a:t>D , has an L in the middle and ends with an A .</a:t>
            </a:r>
            <a:br>
              <a:rPr lang="en-US" sz="2800" b="0" dirty="0">
                <a:solidFill>
                  <a:schemeClr val="tx1">
                    <a:lumMod val="85000"/>
                    <a:lumOff val="15000"/>
                  </a:schemeClr>
                </a:solidFill>
                <a:effectLst/>
                <a:latin typeface="Times New Roman" pitchFamily="18" charset="0"/>
                <a:cs typeface="Times New Roman" pitchFamily="18" charset="0"/>
              </a:rPr>
            </a:br>
            <a:endParaRPr lang="en-US" sz="2800" b="0" dirty="0">
              <a:effectLst/>
              <a:latin typeface="Times New Roman" pitchFamily="18" charset="0"/>
              <a:cs typeface="Times New Roman" pitchFamily="18" charset="0"/>
            </a:endParaRPr>
          </a:p>
        </p:txBody>
      </p:sp>
      <p:sp>
        <p:nvSpPr>
          <p:cNvPr id="3" name="Content Placeholder 2"/>
          <p:cNvSpPr>
            <a:spLocks noGrp="1"/>
          </p:cNvSpPr>
          <p:nvPr>
            <p:ph idx="1"/>
          </p:nvPr>
        </p:nvSpPr>
        <p:spPr>
          <a:xfrm>
            <a:off x="502920" y="530352"/>
            <a:ext cx="8183880" cy="1450848"/>
          </a:xfrm>
        </p:spPr>
        <p:txBody>
          <a:bodyPr>
            <a:normAutofit/>
          </a:bodyPr>
          <a:lstStyle/>
          <a:p>
            <a:pPr marL="0" indent="0" algn="ctr">
              <a:buNone/>
            </a:pPr>
            <a:r>
              <a:rPr lang="en-US" sz="4800" dirty="0" smtClean="0"/>
              <a:t>Ice Breaker</a:t>
            </a:r>
            <a:endParaRPr lang="en-US" sz="4800" dirty="0"/>
          </a:p>
        </p:txBody>
      </p:sp>
    </p:spTree>
    <p:extLst>
      <p:ext uri="{BB962C8B-B14F-4D97-AF65-F5344CB8AC3E}">
        <p14:creationId xmlns:p14="http://schemas.microsoft.com/office/powerpoint/2010/main" val="1119568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circle(in)">
                                      <p:cBhvr>
                                        <p:cTn id="14"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noChangeArrowheads="1"/>
          </p:cNvPicPr>
          <p:nvPr/>
        </p:nvPicPr>
        <p:blipFill>
          <a:blip r:embed="rId2"/>
          <a:srcRect/>
          <a:stretch>
            <a:fillRect/>
          </a:stretch>
        </p:blipFill>
        <p:spPr bwMode="auto">
          <a:xfrm>
            <a:off x="3445953" y="37531"/>
            <a:ext cx="2055190" cy="2103120"/>
          </a:xfrm>
          <a:prstGeom prst="rect">
            <a:avLst/>
          </a:prstGeom>
          <a:noFill/>
          <a:ln w="9525">
            <a:noFill/>
            <a:miter lim="800000"/>
            <a:headEnd/>
            <a:tailEnd/>
          </a:ln>
          <a:effectLst/>
        </p:spPr>
      </p:pic>
      <p:pic>
        <p:nvPicPr>
          <p:cNvPr id="5" name="Picture 4"/>
          <p:cNvPicPr>
            <a:picLocks noChangeAspect="1" noChangeArrowheads="1"/>
          </p:cNvPicPr>
          <p:nvPr/>
        </p:nvPicPr>
        <p:blipFill>
          <a:blip r:embed="rId3"/>
          <a:srcRect/>
          <a:stretch>
            <a:fillRect/>
          </a:stretch>
        </p:blipFill>
        <p:spPr bwMode="auto">
          <a:xfrm>
            <a:off x="6324600" y="1935480"/>
            <a:ext cx="2024514" cy="2103120"/>
          </a:xfrm>
          <a:prstGeom prst="rect">
            <a:avLst/>
          </a:prstGeom>
          <a:noFill/>
          <a:ln w="9525">
            <a:noFill/>
            <a:miter lim="800000"/>
            <a:headEnd/>
            <a:tailEnd/>
          </a:ln>
          <a:effectLst/>
        </p:spPr>
      </p:pic>
      <p:pic>
        <p:nvPicPr>
          <p:cNvPr id="6" name="Picture 5"/>
          <p:cNvPicPr>
            <a:picLocks noChangeAspect="1" noChangeArrowheads="1"/>
          </p:cNvPicPr>
          <p:nvPr/>
        </p:nvPicPr>
        <p:blipFill>
          <a:blip r:embed="rId4"/>
          <a:srcRect/>
          <a:stretch>
            <a:fillRect/>
          </a:stretch>
        </p:blipFill>
        <p:spPr bwMode="auto">
          <a:xfrm>
            <a:off x="4888442" y="4602480"/>
            <a:ext cx="1969558" cy="2103120"/>
          </a:xfrm>
          <a:prstGeom prst="rect">
            <a:avLst/>
          </a:prstGeom>
          <a:noFill/>
          <a:ln w="9525">
            <a:noFill/>
            <a:miter lim="800000"/>
            <a:headEnd/>
            <a:tailEnd/>
          </a:ln>
          <a:effectLst/>
        </p:spPr>
      </p:pic>
      <p:pic>
        <p:nvPicPr>
          <p:cNvPr id="7" name="Picture 6"/>
          <p:cNvPicPr>
            <a:picLocks noChangeAspect="1" noChangeArrowheads="1"/>
          </p:cNvPicPr>
          <p:nvPr/>
        </p:nvPicPr>
        <p:blipFill>
          <a:blip r:embed="rId5"/>
          <a:srcRect/>
          <a:stretch>
            <a:fillRect/>
          </a:stretch>
        </p:blipFill>
        <p:spPr bwMode="auto">
          <a:xfrm>
            <a:off x="1916642" y="4602480"/>
            <a:ext cx="2014893" cy="2103120"/>
          </a:xfrm>
          <a:prstGeom prst="rect">
            <a:avLst/>
          </a:prstGeom>
          <a:noFill/>
          <a:ln w="9525">
            <a:noFill/>
            <a:miter lim="800000"/>
            <a:headEnd/>
            <a:tailEnd/>
          </a:ln>
          <a:effectLst/>
        </p:spPr>
      </p:pic>
      <p:pic>
        <p:nvPicPr>
          <p:cNvPr id="8" name="Picture 7"/>
          <p:cNvPicPr>
            <a:picLocks noChangeAspect="1" noChangeArrowheads="1"/>
          </p:cNvPicPr>
          <p:nvPr/>
        </p:nvPicPr>
        <p:blipFill>
          <a:blip r:embed="rId6"/>
          <a:srcRect/>
          <a:stretch>
            <a:fillRect/>
          </a:stretch>
        </p:blipFill>
        <p:spPr bwMode="auto">
          <a:xfrm>
            <a:off x="876236" y="1935480"/>
            <a:ext cx="2047852" cy="2103120"/>
          </a:xfrm>
          <a:prstGeom prst="rect">
            <a:avLst/>
          </a:prstGeom>
          <a:noFill/>
          <a:ln w="9525">
            <a:noFill/>
            <a:miter lim="800000"/>
            <a:headEnd/>
            <a:tailEnd/>
          </a:ln>
          <a:effectLst/>
        </p:spPr>
      </p:pic>
      <p:grpSp>
        <p:nvGrpSpPr>
          <p:cNvPr id="10" name="Group 9"/>
          <p:cNvGrpSpPr/>
          <p:nvPr/>
        </p:nvGrpSpPr>
        <p:grpSpPr>
          <a:xfrm>
            <a:off x="3408282" y="2283619"/>
            <a:ext cx="2290762" cy="2290762"/>
            <a:chOff x="2817018" y="2088279"/>
            <a:chExt cx="2290762" cy="2290762"/>
          </a:xfrm>
        </p:grpSpPr>
        <p:sp>
          <p:nvSpPr>
            <p:cNvPr id="11" name="Oval 10"/>
            <p:cNvSpPr/>
            <p:nvPr/>
          </p:nvSpPr>
          <p:spPr>
            <a:xfrm>
              <a:off x="2817018" y="2088279"/>
              <a:ext cx="2290762" cy="2290762"/>
            </a:xfrm>
            <a:prstGeom prst="ellipse">
              <a:avLst/>
            </a:prstGeom>
            <a:solidFill>
              <a:schemeClr val="accent1">
                <a:lumMod val="60000"/>
                <a:lumOff val="4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12" name="Oval 4"/>
            <p:cNvSpPr/>
            <p:nvPr/>
          </p:nvSpPr>
          <p:spPr>
            <a:xfrm>
              <a:off x="3066336" y="2423753"/>
              <a:ext cx="1843543" cy="161981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6670" tIns="26670" rIns="26670" bIns="26670" numCol="1" spcCol="1270" anchor="ctr" anchorCtr="0">
              <a:noAutofit/>
            </a:bodyPr>
            <a:lstStyle/>
            <a:p>
              <a:pPr lvl="0" algn="ctr" defTabSz="933450">
                <a:lnSpc>
                  <a:spcPct val="90000"/>
                </a:lnSpc>
                <a:spcBef>
                  <a:spcPct val="0"/>
                </a:spcBef>
                <a:spcAft>
                  <a:spcPct val="35000"/>
                </a:spcAft>
              </a:pPr>
              <a:r>
                <a:rPr lang="en-US" sz="2100" kern="1200" dirty="0" smtClean="0">
                  <a:solidFill>
                    <a:schemeClr val="accent1">
                      <a:lumMod val="50000"/>
                    </a:schemeClr>
                  </a:solidFill>
                </a:rPr>
                <a:t>The 5 </a:t>
              </a:r>
              <a:r>
                <a:rPr lang="en-US" sz="2100" dirty="0" smtClean="0">
                  <a:solidFill>
                    <a:schemeClr val="accent1">
                      <a:lumMod val="50000"/>
                    </a:schemeClr>
                  </a:solidFill>
                </a:rPr>
                <a:t>Whole Brain Teaching</a:t>
              </a:r>
              <a:r>
                <a:rPr lang="en-US" sz="2100" kern="1200" dirty="0" smtClean="0">
                  <a:solidFill>
                    <a:schemeClr val="accent1">
                      <a:lumMod val="50000"/>
                    </a:schemeClr>
                  </a:solidFill>
                </a:rPr>
                <a:t> Rules</a:t>
              </a:r>
              <a:endParaRPr lang="en-US" sz="2100" kern="1200" dirty="0">
                <a:solidFill>
                  <a:schemeClr val="accent1">
                    <a:lumMod val="50000"/>
                  </a:schemeClr>
                </a:solidFill>
              </a:endParaRPr>
            </a:p>
          </p:txBody>
        </p:sp>
      </p:grpSp>
    </p:spTree>
    <p:extLst>
      <p:ext uri="{BB962C8B-B14F-4D97-AF65-F5344CB8AC3E}">
        <p14:creationId xmlns:p14="http://schemas.microsoft.com/office/powerpoint/2010/main" val="951452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circle(in)">
                                      <p:cBhvr>
                                        <p:cTn id="12" dur="20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circle(in)">
                                      <p:cBhvr>
                                        <p:cTn id="17" dur="20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circle(in)">
                                      <p:cBhvr>
                                        <p:cTn id="22" dur="20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circle(in)">
                                      <p:cBhvr>
                                        <p:cTn id="27"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9200" y="838200"/>
            <a:ext cx="6858000" cy="4953000"/>
          </a:xfrm>
          <a:prstGeom prst="rect">
            <a:avLst/>
          </a:prstGeom>
        </p:spPr>
      </p:pic>
    </p:spTree>
    <p:extLst>
      <p:ext uri="{BB962C8B-B14F-4D97-AF65-F5344CB8AC3E}">
        <p14:creationId xmlns:p14="http://schemas.microsoft.com/office/powerpoint/2010/main" val="447453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28600" y="304800"/>
            <a:ext cx="8763000" cy="617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4114800" y="325272"/>
            <a:ext cx="4876800" cy="4524315"/>
          </a:xfrm>
          <a:prstGeom prst="rect">
            <a:avLst/>
          </a:prstGeom>
        </p:spPr>
        <p:txBody>
          <a:bodyPr wrap="square">
            <a:spAutoFit/>
          </a:bodyPr>
          <a:lstStyle/>
          <a:p>
            <a:pPr marL="514350" indent="-514350">
              <a:buFont typeface="+mj-lt"/>
              <a:buAutoNum type="alphaLcParenR"/>
            </a:pPr>
            <a:r>
              <a:rPr lang="en-US" sz="2800" b="1" dirty="0" smtClean="0">
                <a:solidFill>
                  <a:srgbClr val="FFFF00"/>
                </a:solidFill>
                <a:latin typeface="Times New Roman" pitchFamily="18" charset="0"/>
                <a:cs typeface="Times New Roman" pitchFamily="18" charset="0"/>
              </a:rPr>
              <a:t>Is mathematics important?</a:t>
            </a:r>
          </a:p>
          <a:p>
            <a:pPr marL="514350" indent="-514350">
              <a:buFont typeface="+mj-lt"/>
              <a:buAutoNum type="alphaLcParenR"/>
            </a:pPr>
            <a:endParaRPr lang="en-US" sz="2800" b="1" dirty="0" smtClean="0">
              <a:solidFill>
                <a:srgbClr val="FFFF00"/>
              </a:solidFill>
              <a:latin typeface="Times New Roman" pitchFamily="18" charset="0"/>
              <a:cs typeface="Times New Roman" pitchFamily="18" charset="0"/>
            </a:endParaRPr>
          </a:p>
          <a:p>
            <a:pPr marL="514350" indent="-514350">
              <a:buAutoNum type="alphaLcParenR"/>
            </a:pPr>
            <a:r>
              <a:rPr lang="en-US" sz="2800" b="1" dirty="0" smtClean="0">
                <a:solidFill>
                  <a:srgbClr val="FFFF00"/>
                </a:solidFill>
                <a:latin typeface="Times New Roman" pitchFamily="18" charset="0"/>
                <a:cs typeface="Times New Roman" pitchFamily="18" charset="0"/>
              </a:rPr>
              <a:t>Why </a:t>
            </a:r>
            <a:r>
              <a:rPr lang="en-US" sz="2800" b="1" dirty="0">
                <a:solidFill>
                  <a:srgbClr val="FFFF00"/>
                </a:solidFill>
                <a:latin typeface="Times New Roman" pitchFamily="18" charset="0"/>
                <a:cs typeface="Times New Roman" pitchFamily="18" charset="0"/>
              </a:rPr>
              <a:t>do we have to learn </a:t>
            </a:r>
            <a:r>
              <a:rPr lang="en-US" sz="2800" b="1" dirty="0" smtClean="0">
                <a:solidFill>
                  <a:srgbClr val="FFFF00"/>
                </a:solidFill>
                <a:latin typeface="Times New Roman" pitchFamily="18" charset="0"/>
                <a:cs typeface="Times New Roman" pitchFamily="18" charset="0"/>
              </a:rPr>
              <a:t>mathematics?</a:t>
            </a:r>
          </a:p>
          <a:p>
            <a:pPr marL="514350" indent="-514350">
              <a:buAutoNum type="alphaLcParenR"/>
            </a:pPr>
            <a:endParaRPr lang="en-US" sz="2800" b="1" dirty="0" smtClean="0">
              <a:solidFill>
                <a:srgbClr val="FFFF00"/>
              </a:solidFill>
              <a:latin typeface="Times New Roman" pitchFamily="18" charset="0"/>
              <a:cs typeface="Times New Roman" pitchFamily="18" charset="0"/>
            </a:endParaRPr>
          </a:p>
          <a:p>
            <a:pPr marL="514350" indent="-514350">
              <a:buAutoNum type="alphaLcParenR"/>
            </a:pPr>
            <a:r>
              <a:rPr lang="en-US" sz="2800" b="1" dirty="0" smtClean="0">
                <a:solidFill>
                  <a:srgbClr val="FFFF00"/>
                </a:solidFill>
                <a:latin typeface="Times New Roman" pitchFamily="18" charset="0"/>
                <a:cs typeface="Times New Roman" pitchFamily="18" charset="0"/>
              </a:rPr>
              <a:t>Do we </a:t>
            </a:r>
            <a:r>
              <a:rPr lang="en-US" sz="2800" b="1" dirty="0">
                <a:solidFill>
                  <a:srgbClr val="FFFF00"/>
                </a:solidFill>
                <a:latin typeface="Times New Roman" pitchFamily="18" charset="0"/>
                <a:cs typeface="Times New Roman" pitchFamily="18" charset="0"/>
              </a:rPr>
              <a:t>use mathematical operations in </a:t>
            </a:r>
            <a:r>
              <a:rPr lang="en-US" sz="2800" b="1" dirty="0" smtClean="0">
                <a:solidFill>
                  <a:srgbClr val="FFFF00"/>
                </a:solidFill>
                <a:latin typeface="Times New Roman" pitchFamily="18" charset="0"/>
                <a:cs typeface="Times New Roman" pitchFamily="18" charset="0"/>
              </a:rPr>
              <a:t>our real lives?</a:t>
            </a:r>
            <a:endParaRPr lang="en-US" sz="2800" b="1" dirty="0">
              <a:solidFill>
                <a:srgbClr val="FFFF00"/>
              </a:solidFill>
              <a:latin typeface="Times New Roman" pitchFamily="18" charset="0"/>
              <a:cs typeface="Times New Roman" pitchFamily="18" charset="0"/>
            </a:endParaRPr>
          </a:p>
          <a:p>
            <a:pPr marL="514350" indent="-514350" algn="ctr">
              <a:buFontTx/>
              <a:buAutoNum type="alphaLcParenR"/>
            </a:pPr>
            <a:endParaRPr lang="en-US" sz="3200" b="1" dirty="0">
              <a:solidFill>
                <a:srgbClr val="7030A0"/>
              </a:solidFill>
              <a:latin typeface="Times New Roman" pitchFamily="18" charset="0"/>
              <a:cs typeface="Times New Roman" pitchFamily="18" charset="0"/>
            </a:endParaRPr>
          </a:p>
          <a:p>
            <a:pPr algn="ctr"/>
            <a:endParaRPr lang="en-US" sz="3200" b="1" dirty="0">
              <a:solidFill>
                <a:srgbClr val="FFFF00"/>
              </a:solidFill>
              <a:latin typeface="Times New Roman" pitchFamily="18" charset="0"/>
              <a:cs typeface="Times New Roman" pitchFamily="18" charset="0"/>
            </a:endParaRPr>
          </a:p>
        </p:txBody>
      </p:sp>
    </p:spTree>
  </p:cSld>
  <p:clrMapOvr>
    <a:masterClrMapping/>
  </p:clrMapOvr>
  <p:transition spd="med">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500"/>
                                        <p:tgtEl>
                                          <p:spTgt spid="2">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Effect transition="in" filter="fade">
                                      <p:cBhvr>
                                        <p:cTn id="19" dur="500"/>
                                        <p:tgtEl>
                                          <p:spTgt spid="2">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2">
                                            <p:txEl>
                                              <p:pRg st="4" end="4"/>
                                            </p:txEl>
                                          </p:spTgt>
                                        </p:tgtEl>
                                        <p:attrNameLst>
                                          <p:attrName>style.visibility</p:attrName>
                                        </p:attrNameLst>
                                      </p:cBhvr>
                                      <p:to>
                                        <p:strVal val="visible"/>
                                      </p:to>
                                    </p:set>
                                    <p:animEffect transition="in" filter="fade">
                                      <p:cBhvr>
                                        <p:cTn id="24"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pc\Desktop\question_mark_animation_10A.gif"/>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369626" y="342332"/>
            <a:ext cx="8469573" cy="60198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371600" y="864862"/>
            <a:ext cx="2209800" cy="646331"/>
          </a:xfrm>
          <a:prstGeom prst="rect">
            <a:avLst/>
          </a:prstGeom>
          <a:noFill/>
        </p:spPr>
        <p:txBody>
          <a:bodyPr wrap="square" rtlCol="0">
            <a:spAutoFit/>
          </a:bodyPr>
          <a:lstStyle/>
          <a:p>
            <a:r>
              <a:rPr lang="en-US" b="1" dirty="0" smtClean="0"/>
              <a:t>Those are great questions!</a:t>
            </a:r>
            <a:endParaRPr lang="en-US" b="1" dirty="0"/>
          </a:p>
        </p:txBody>
      </p:sp>
    </p:spTree>
    <p:extLst>
      <p:ext uri="{BB962C8B-B14F-4D97-AF65-F5344CB8AC3E}">
        <p14:creationId xmlns:p14="http://schemas.microsoft.com/office/powerpoint/2010/main" val="1928018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fade">
                                      <p:cBhvr>
                                        <p:cTn id="7" dur="500"/>
                                        <p:tgtEl>
                                          <p:spTgt spid="2050"/>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1000"/>
                                        <p:tgtEl>
                                          <p:spTgt spid="6">
                                            <p:txEl>
                                              <p:pRg st="0" end="0"/>
                                            </p:txEl>
                                          </p:spTgt>
                                        </p:tgtEl>
                                      </p:cBhvr>
                                    </p:animEffect>
                                    <p:anim calcmode="lin" valueType="num">
                                      <p:cBhvr>
                                        <p:cTn id="13"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69693" y="1066800"/>
            <a:ext cx="5410200" cy="4762500"/>
          </a:xfrm>
          <a:prstGeom prst="rect">
            <a:avLst/>
          </a:prstGeom>
        </p:spPr>
      </p:pic>
      <p:sp>
        <p:nvSpPr>
          <p:cNvPr id="5" name="TextBox 4"/>
          <p:cNvSpPr txBox="1"/>
          <p:nvPr/>
        </p:nvSpPr>
        <p:spPr>
          <a:xfrm>
            <a:off x="685800" y="914400"/>
            <a:ext cx="3962400" cy="3046988"/>
          </a:xfrm>
          <a:prstGeom prst="rect">
            <a:avLst/>
          </a:prstGeom>
          <a:noFill/>
        </p:spPr>
        <p:txBody>
          <a:bodyPr wrap="square" rtlCol="0">
            <a:spAutoFit/>
          </a:bodyPr>
          <a:lstStyle/>
          <a:p>
            <a:pPr algn="ctr"/>
            <a:r>
              <a:rPr lang="en-US" sz="3200" dirty="0" smtClean="0"/>
              <a:t>Walk with me and let’s find out where mathematics is used in the real world.</a:t>
            </a:r>
            <a:endParaRPr lang="en-US" sz="3200" dirty="0"/>
          </a:p>
        </p:txBody>
      </p:sp>
    </p:spTree>
    <p:extLst>
      <p:ext uri="{BB962C8B-B14F-4D97-AF65-F5344CB8AC3E}">
        <p14:creationId xmlns:p14="http://schemas.microsoft.com/office/powerpoint/2010/main" val="2545104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srcRect/>
          <a:stretch>
            <a:fillRect/>
          </a:stretch>
        </p:blipFill>
        <p:spPr bwMode="auto">
          <a:xfrm>
            <a:off x="990600" y="1066801"/>
            <a:ext cx="3276600" cy="4419599"/>
          </a:xfrm>
          <a:prstGeom prst="rect">
            <a:avLst/>
          </a:prstGeom>
          <a:noFill/>
          <a:ln w="9525">
            <a:noFill/>
            <a:miter lim="800000"/>
            <a:headEnd/>
            <a:tailEnd/>
          </a:ln>
          <a:effectLst/>
        </p:spPr>
      </p:pic>
      <p:sp>
        <p:nvSpPr>
          <p:cNvPr id="6" name="TextBox 5"/>
          <p:cNvSpPr txBox="1"/>
          <p:nvPr/>
        </p:nvSpPr>
        <p:spPr>
          <a:xfrm>
            <a:off x="2362200" y="304800"/>
            <a:ext cx="4343400" cy="707886"/>
          </a:xfrm>
          <a:prstGeom prst="rect">
            <a:avLst/>
          </a:prstGeom>
          <a:noFill/>
        </p:spPr>
        <p:txBody>
          <a:bodyPr wrap="square" rtlCol="0">
            <a:spAutoFit/>
          </a:bodyPr>
          <a:lstStyle/>
          <a:p>
            <a:pPr algn="ctr"/>
            <a:r>
              <a:rPr lang="en-US" sz="4000" b="1" dirty="0" smtClean="0">
                <a:latin typeface="Times New Roman" pitchFamily="18" charset="0"/>
                <a:cs typeface="Times New Roman" pitchFamily="18" charset="0"/>
              </a:rPr>
              <a:t>In super markets?</a:t>
            </a:r>
            <a:endParaRPr lang="en-US" sz="4000" b="1" dirty="0">
              <a:latin typeface="Times New Roman" pitchFamily="18" charset="0"/>
              <a:cs typeface="Times New Roman" pitchFamily="18" charset="0"/>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53000" y="1219200"/>
            <a:ext cx="1447800" cy="1752600"/>
          </a:xfrm>
          <a:prstGeom prst="rect">
            <a:avLst/>
          </a:prstGeom>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22993" y="1752600"/>
            <a:ext cx="1371600" cy="1905000"/>
          </a:xfrm>
          <a:prstGeom prst="rect">
            <a:avLst/>
          </a:prstGeom>
        </p:spPr>
      </p:pic>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96368" y="3886200"/>
            <a:ext cx="2361063" cy="1495425"/>
          </a:xfrm>
          <a:prstGeom prst="rect">
            <a:avLst/>
          </a:prstGeom>
        </p:spPr>
      </p:pic>
      <p:pic>
        <p:nvPicPr>
          <p:cNvPr id="2" name="Picture 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281743" y="4416662"/>
            <a:ext cx="1054100" cy="1231900"/>
          </a:xfrm>
          <a:prstGeom prst="rect">
            <a:avLst/>
          </a:prstGeom>
        </p:spPr>
      </p:pic>
    </p:spTree>
  </p:cSld>
  <p:clrMapOvr>
    <a:masterClrMapping/>
  </p:clrMapOvr>
  <p:transition spd="med">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diamond(in)">
                                      <p:cBhvr>
                                        <p:cTn id="7" dur="2000"/>
                                        <p:tgtEl>
                                          <p:spTgt spid="4098"/>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1000" fill="hold"/>
                                        <p:tgtEl>
                                          <p:spTgt spid="3"/>
                                        </p:tgtEl>
                                        <p:attrNameLst>
                                          <p:attrName>ppt_w</p:attrName>
                                        </p:attrNameLst>
                                      </p:cBhvr>
                                      <p:tavLst>
                                        <p:tav tm="0">
                                          <p:val>
                                            <p:fltVal val="0"/>
                                          </p:val>
                                        </p:tav>
                                        <p:tav tm="100000">
                                          <p:val>
                                            <p:strVal val="#ppt_w"/>
                                          </p:val>
                                        </p:tav>
                                      </p:tavLst>
                                    </p:anim>
                                    <p:anim calcmode="lin" valueType="num">
                                      <p:cBhvr>
                                        <p:cTn id="13" dur="1000" fill="hold"/>
                                        <p:tgtEl>
                                          <p:spTgt spid="3"/>
                                        </p:tgtEl>
                                        <p:attrNameLst>
                                          <p:attrName>ppt_h</p:attrName>
                                        </p:attrNameLst>
                                      </p:cBhvr>
                                      <p:tavLst>
                                        <p:tav tm="0">
                                          <p:val>
                                            <p:fltVal val="0"/>
                                          </p:val>
                                        </p:tav>
                                        <p:tav tm="100000">
                                          <p:val>
                                            <p:strVal val="#ppt_h"/>
                                          </p:val>
                                        </p:tav>
                                      </p:tavLst>
                                    </p:anim>
                                    <p:anim calcmode="lin" valueType="num">
                                      <p:cBhvr>
                                        <p:cTn id="14" dur="1000" fill="hold"/>
                                        <p:tgtEl>
                                          <p:spTgt spid="3"/>
                                        </p:tgtEl>
                                        <p:attrNameLst>
                                          <p:attrName>style.rotation</p:attrName>
                                        </p:attrNameLst>
                                      </p:cBhvr>
                                      <p:tavLst>
                                        <p:tav tm="0">
                                          <p:val>
                                            <p:fltVal val="90"/>
                                          </p:val>
                                        </p:tav>
                                        <p:tav tm="100000">
                                          <p:val>
                                            <p:fltVal val="0"/>
                                          </p:val>
                                        </p:tav>
                                      </p:tavLst>
                                    </p:anim>
                                    <p:animEffect transition="in" filter="fade">
                                      <p:cBhvr>
                                        <p:cTn id="15" dur="10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31" presetClass="entr" presetSubtype="0"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anim calcmode="lin" valueType="num">
                                      <p:cBhvr>
                                        <p:cTn id="24" dur="1000" fill="hold"/>
                                        <p:tgtEl>
                                          <p:spTgt spid="5"/>
                                        </p:tgtEl>
                                        <p:attrNameLst>
                                          <p:attrName>ppt_w</p:attrName>
                                        </p:attrNameLst>
                                      </p:cBhvr>
                                      <p:tavLst>
                                        <p:tav tm="0">
                                          <p:val>
                                            <p:fltVal val="0"/>
                                          </p:val>
                                        </p:tav>
                                        <p:tav tm="100000">
                                          <p:val>
                                            <p:strVal val="#ppt_w"/>
                                          </p:val>
                                        </p:tav>
                                      </p:tavLst>
                                    </p:anim>
                                    <p:anim calcmode="lin" valueType="num">
                                      <p:cBhvr>
                                        <p:cTn id="25" dur="1000" fill="hold"/>
                                        <p:tgtEl>
                                          <p:spTgt spid="5"/>
                                        </p:tgtEl>
                                        <p:attrNameLst>
                                          <p:attrName>ppt_h</p:attrName>
                                        </p:attrNameLst>
                                      </p:cBhvr>
                                      <p:tavLst>
                                        <p:tav tm="0">
                                          <p:val>
                                            <p:fltVal val="0"/>
                                          </p:val>
                                        </p:tav>
                                        <p:tav tm="100000">
                                          <p:val>
                                            <p:strVal val="#ppt_h"/>
                                          </p:val>
                                        </p:tav>
                                      </p:tavLst>
                                    </p:anim>
                                    <p:anim calcmode="lin" valueType="num">
                                      <p:cBhvr>
                                        <p:cTn id="26" dur="1000" fill="hold"/>
                                        <p:tgtEl>
                                          <p:spTgt spid="5"/>
                                        </p:tgtEl>
                                        <p:attrNameLst>
                                          <p:attrName>style.rotation</p:attrName>
                                        </p:attrNameLst>
                                      </p:cBhvr>
                                      <p:tavLst>
                                        <p:tav tm="0">
                                          <p:val>
                                            <p:fltVal val="90"/>
                                          </p:val>
                                        </p:tav>
                                        <p:tav tm="100000">
                                          <p:val>
                                            <p:fltVal val="0"/>
                                          </p:val>
                                        </p:tav>
                                      </p:tavLst>
                                    </p:anim>
                                    <p:animEffect transition="in" filter="fade">
                                      <p:cBhvr>
                                        <p:cTn id="27" dur="10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31" presetClass="entr" presetSubtype="0"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 calcmode="lin" valueType="num">
                                      <p:cBhvr>
                                        <p:cTn id="32" dur="1000" fill="hold"/>
                                        <p:tgtEl>
                                          <p:spTgt spid="2"/>
                                        </p:tgtEl>
                                        <p:attrNameLst>
                                          <p:attrName>ppt_w</p:attrName>
                                        </p:attrNameLst>
                                      </p:cBhvr>
                                      <p:tavLst>
                                        <p:tav tm="0">
                                          <p:val>
                                            <p:fltVal val="0"/>
                                          </p:val>
                                        </p:tav>
                                        <p:tav tm="100000">
                                          <p:val>
                                            <p:strVal val="#ppt_w"/>
                                          </p:val>
                                        </p:tav>
                                      </p:tavLst>
                                    </p:anim>
                                    <p:anim calcmode="lin" valueType="num">
                                      <p:cBhvr>
                                        <p:cTn id="33" dur="1000" fill="hold"/>
                                        <p:tgtEl>
                                          <p:spTgt spid="2"/>
                                        </p:tgtEl>
                                        <p:attrNameLst>
                                          <p:attrName>ppt_h</p:attrName>
                                        </p:attrNameLst>
                                      </p:cBhvr>
                                      <p:tavLst>
                                        <p:tav tm="0">
                                          <p:val>
                                            <p:fltVal val="0"/>
                                          </p:val>
                                        </p:tav>
                                        <p:tav tm="100000">
                                          <p:val>
                                            <p:strVal val="#ppt_h"/>
                                          </p:val>
                                        </p:tav>
                                      </p:tavLst>
                                    </p:anim>
                                    <p:anim calcmode="lin" valueType="num">
                                      <p:cBhvr>
                                        <p:cTn id="34" dur="1000" fill="hold"/>
                                        <p:tgtEl>
                                          <p:spTgt spid="2"/>
                                        </p:tgtEl>
                                        <p:attrNameLst>
                                          <p:attrName>style.rotation</p:attrName>
                                        </p:attrNameLst>
                                      </p:cBhvr>
                                      <p:tavLst>
                                        <p:tav tm="0">
                                          <p:val>
                                            <p:fltVal val="90"/>
                                          </p:val>
                                        </p:tav>
                                        <p:tav tm="100000">
                                          <p:val>
                                            <p:fltVal val="0"/>
                                          </p:val>
                                        </p:tav>
                                      </p:tavLst>
                                    </p:anim>
                                    <p:animEffect transition="in" filter="fade">
                                      <p:cBhvr>
                                        <p:cTn id="35"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5" name="Picture 1" descr="D:\Y Heshmat\Entertainment\clip art\Kitchen_2.jpg"/>
          <p:cNvPicPr>
            <a:picLocks noChangeAspect="1" noChangeArrowheads="1"/>
          </p:cNvPicPr>
          <p:nvPr/>
        </p:nvPicPr>
        <p:blipFill>
          <a:blip r:embed="rId2"/>
          <a:srcRect/>
          <a:stretch>
            <a:fillRect/>
          </a:stretch>
        </p:blipFill>
        <p:spPr bwMode="auto">
          <a:xfrm>
            <a:off x="609600" y="1013823"/>
            <a:ext cx="4267200" cy="4472577"/>
          </a:xfrm>
          <a:prstGeom prst="rect">
            <a:avLst/>
          </a:prstGeom>
          <a:noFill/>
        </p:spPr>
      </p:pic>
      <p:sp>
        <p:nvSpPr>
          <p:cNvPr id="5" name="TextBox 4"/>
          <p:cNvSpPr txBox="1"/>
          <p:nvPr/>
        </p:nvSpPr>
        <p:spPr>
          <a:xfrm>
            <a:off x="2514600" y="304800"/>
            <a:ext cx="4114800" cy="707886"/>
          </a:xfrm>
          <a:prstGeom prst="rect">
            <a:avLst/>
          </a:prstGeom>
          <a:noFill/>
        </p:spPr>
        <p:txBody>
          <a:bodyPr wrap="square" rtlCol="0">
            <a:spAutoFit/>
          </a:bodyPr>
          <a:lstStyle/>
          <a:p>
            <a:pPr algn="ctr"/>
            <a:r>
              <a:rPr lang="en-US" sz="4000" b="1" dirty="0" smtClean="0">
                <a:latin typeface="Times New Roman" pitchFamily="18" charset="0"/>
                <a:cs typeface="Times New Roman" pitchFamily="18" charset="0"/>
              </a:rPr>
              <a:t>In the kitchen?</a:t>
            </a:r>
            <a:endParaRPr lang="en-US" sz="4000" b="1" dirty="0">
              <a:latin typeface="Times New Roman" pitchFamily="18" charset="0"/>
              <a:cs typeface="Times New Roman" pitchFamily="18"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86400" y="2450011"/>
            <a:ext cx="2857500" cy="1600200"/>
          </a:xfrm>
          <a:prstGeom prst="rect">
            <a:avLst/>
          </a:prstGeom>
        </p:spPr>
      </p:pic>
    </p:spTree>
  </p:cSld>
  <p:clrMapOvr>
    <a:masterClrMapping/>
  </p:clrMapOvr>
  <p:transition spd="med">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5"/>
                                        </p:tgtEl>
                                        <p:attrNameLst>
                                          <p:attrName>style.visibility</p:attrName>
                                        </p:attrNameLst>
                                      </p:cBhvr>
                                      <p:to>
                                        <p:strVal val="visible"/>
                                      </p:to>
                                    </p:set>
                                    <p:anim calcmode="lin" valueType="num">
                                      <p:cBhvr additive="base">
                                        <p:cTn id="7" dur="500" fill="hold"/>
                                        <p:tgtEl>
                                          <p:spTgt spid="1025"/>
                                        </p:tgtEl>
                                        <p:attrNameLst>
                                          <p:attrName>ppt_x</p:attrName>
                                        </p:attrNameLst>
                                      </p:cBhvr>
                                      <p:tavLst>
                                        <p:tav tm="0">
                                          <p:val>
                                            <p:strVal val="#ppt_x"/>
                                          </p:val>
                                        </p:tav>
                                        <p:tav tm="100000">
                                          <p:val>
                                            <p:strVal val="#ppt_x"/>
                                          </p:val>
                                        </p:tav>
                                      </p:tavLst>
                                    </p:anim>
                                    <p:anim calcmode="lin" valueType="num">
                                      <p:cBhvr additive="base">
                                        <p:cTn id="8" dur="500" fill="hold"/>
                                        <p:tgtEl>
                                          <p:spTgt spid="102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1"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p:cTn id="13" dur="1000" fill="hold"/>
                                        <p:tgtEl>
                                          <p:spTgt spid="2"/>
                                        </p:tgtEl>
                                        <p:attrNameLst>
                                          <p:attrName>ppt_w</p:attrName>
                                        </p:attrNameLst>
                                      </p:cBhvr>
                                      <p:tavLst>
                                        <p:tav tm="0">
                                          <p:val>
                                            <p:fltVal val="0"/>
                                          </p:val>
                                        </p:tav>
                                        <p:tav tm="100000">
                                          <p:val>
                                            <p:strVal val="#ppt_w"/>
                                          </p:val>
                                        </p:tav>
                                      </p:tavLst>
                                    </p:anim>
                                    <p:anim calcmode="lin" valueType="num">
                                      <p:cBhvr>
                                        <p:cTn id="14" dur="1000" fill="hold"/>
                                        <p:tgtEl>
                                          <p:spTgt spid="2"/>
                                        </p:tgtEl>
                                        <p:attrNameLst>
                                          <p:attrName>ppt_h</p:attrName>
                                        </p:attrNameLst>
                                      </p:cBhvr>
                                      <p:tavLst>
                                        <p:tav tm="0">
                                          <p:val>
                                            <p:fltVal val="0"/>
                                          </p:val>
                                        </p:tav>
                                        <p:tav tm="100000">
                                          <p:val>
                                            <p:strVal val="#ppt_h"/>
                                          </p:val>
                                        </p:tav>
                                      </p:tavLst>
                                    </p:anim>
                                    <p:anim calcmode="lin" valueType="num">
                                      <p:cBhvr>
                                        <p:cTn id="15" dur="1000" fill="hold"/>
                                        <p:tgtEl>
                                          <p:spTgt spid="2"/>
                                        </p:tgtEl>
                                        <p:attrNameLst>
                                          <p:attrName>style.rotation</p:attrName>
                                        </p:attrNameLst>
                                      </p:cBhvr>
                                      <p:tavLst>
                                        <p:tav tm="0">
                                          <p:val>
                                            <p:fltVal val="90"/>
                                          </p:val>
                                        </p:tav>
                                        <p:tav tm="100000">
                                          <p:val>
                                            <p:fltVal val="0"/>
                                          </p:val>
                                        </p:tav>
                                      </p:tavLst>
                                    </p:anim>
                                    <p:animEffect transition="in" filter="fade">
                                      <p:cBhvr>
                                        <p:cTn id="16"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descr="D:\Y Heshmat\Entertainment\clip art\objects clipart\School_Building_21611_7.jpg"/>
          <p:cNvPicPr>
            <a:picLocks noChangeAspect="1" noChangeArrowheads="1"/>
          </p:cNvPicPr>
          <p:nvPr/>
        </p:nvPicPr>
        <p:blipFill>
          <a:blip r:embed="rId2"/>
          <a:srcRect/>
          <a:stretch>
            <a:fillRect/>
          </a:stretch>
        </p:blipFill>
        <p:spPr bwMode="auto">
          <a:xfrm>
            <a:off x="533400" y="1001313"/>
            <a:ext cx="4267200" cy="4637487"/>
          </a:xfrm>
          <a:prstGeom prst="rect">
            <a:avLst/>
          </a:prstGeom>
          <a:noFill/>
        </p:spPr>
      </p:pic>
      <p:sp>
        <p:nvSpPr>
          <p:cNvPr id="5" name="TextBox 4"/>
          <p:cNvSpPr txBox="1"/>
          <p:nvPr/>
        </p:nvSpPr>
        <p:spPr>
          <a:xfrm>
            <a:off x="1905000" y="304800"/>
            <a:ext cx="5334000" cy="707886"/>
          </a:xfrm>
          <a:prstGeom prst="rect">
            <a:avLst/>
          </a:prstGeom>
          <a:noFill/>
        </p:spPr>
        <p:txBody>
          <a:bodyPr wrap="square" rtlCol="0">
            <a:spAutoFit/>
          </a:bodyPr>
          <a:lstStyle/>
          <a:p>
            <a:pPr algn="ctr"/>
            <a:r>
              <a:rPr lang="en-US" sz="4000" b="1" dirty="0" smtClean="0">
                <a:latin typeface="Times New Roman" pitchFamily="18" charset="0"/>
                <a:cs typeface="Times New Roman" pitchFamily="18" charset="0"/>
              </a:rPr>
              <a:t>In designing buildings?</a:t>
            </a:r>
            <a:endParaRPr lang="en-US" sz="4000" b="1" dirty="0">
              <a:latin typeface="Times New Roman" pitchFamily="18" charset="0"/>
              <a:cs typeface="Times New Roman" pitchFamily="18"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60867" y="1024059"/>
            <a:ext cx="2310089" cy="1629130"/>
          </a:xfrm>
          <a:prstGeom prst="rect">
            <a:avLst/>
          </a:prstGeom>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53000" y="3886200"/>
            <a:ext cx="1962912" cy="1752600"/>
          </a:xfrm>
          <a:prstGeom prst="rect">
            <a:avLst/>
          </a:prstGeom>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95012" y="2422467"/>
            <a:ext cx="2151888" cy="3389173"/>
          </a:xfrm>
          <a:prstGeom prst="rect">
            <a:avLst/>
          </a:prstGeom>
        </p:spPr>
      </p:pic>
    </p:spTree>
  </p:cSld>
  <p:clrMapOvr>
    <a:masterClrMapping/>
  </p:clrMapOvr>
  <p:transition spd="med">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1506"/>
                                        </p:tgtEl>
                                        <p:attrNameLst>
                                          <p:attrName>style.visibility</p:attrName>
                                        </p:attrNameLst>
                                      </p:cBhvr>
                                      <p:to>
                                        <p:strVal val="visible"/>
                                      </p:to>
                                    </p:set>
                                    <p:animEffect transition="in" filter="checkerboard(across)">
                                      <p:cBhvr>
                                        <p:cTn id="7" dur="1000"/>
                                        <p:tgtEl>
                                          <p:spTgt spid="21506"/>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1000"/>
                                        <p:tgtEl>
                                          <p:spTgt spid="4"/>
                                        </p:tgtEl>
                                      </p:cBhvr>
                                    </p:animEffect>
                                    <p:anim calcmode="lin" valueType="num">
                                      <p:cBhvr>
                                        <p:cTn id="20" dur="1000" fill="hold"/>
                                        <p:tgtEl>
                                          <p:spTgt spid="4"/>
                                        </p:tgtEl>
                                        <p:attrNameLst>
                                          <p:attrName>ppt_x</p:attrName>
                                        </p:attrNameLst>
                                      </p:cBhvr>
                                      <p:tavLst>
                                        <p:tav tm="0">
                                          <p:val>
                                            <p:strVal val="#ppt_x"/>
                                          </p:val>
                                        </p:tav>
                                        <p:tav tm="100000">
                                          <p:val>
                                            <p:strVal val="#ppt_x"/>
                                          </p:val>
                                        </p:tav>
                                      </p:tavLst>
                                    </p:anim>
                                    <p:anim calcmode="lin" valueType="num">
                                      <p:cBhvr>
                                        <p:cTn id="21"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1000"/>
                                        <p:tgtEl>
                                          <p:spTgt spid="6"/>
                                        </p:tgtEl>
                                      </p:cBhvr>
                                    </p:animEffect>
                                    <p:anim calcmode="lin" valueType="num">
                                      <p:cBhvr>
                                        <p:cTn id="27" dur="1000" fill="hold"/>
                                        <p:tgtEl>
                                          <p:spTgt spid="6"/>
                                        </p:tgtEl>
                                        <p:attrNameLst>
                                          <p:attrName>ppt_x</p:attrName>
                                        </p:attrNameLst>
                                      </p:cBhvr>
                                      <p:tavLst>
                                        <p:tav tm="0">
                                          <p:val>
                                            <p:strVal val="#ppt_x"/>
                                          </p:val>
                                        </p:tav>
                                        <p:tav tm="100000">
                                          <p:val>
                                            <p:strVal val="#ppt_x"/>
                                          </p:val>
                                        </p:tav>
                                      </p:tavLst>
                                    </p:anim>
                                    <p:anim calcmode="lin" valueType="num">
                                      <p:cBhvr>
                                        <p:cTn id="28"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362200" y="304800"/>
            <a:ext cx="4419600" cy="707886"/>
          </a:xfrm>
          <a:prstGeom prst="rect">
            <a:avLst/>
          </a:prstGeom>
          <a:noFill/>
        </p:spPr>
        <p:txBody>
          <a:bodyPr wrap="square" rtlCol="0">
            <a:spAutoFit/>
          </a:bodyPr>
          <a:lstStyle/>
          <a:p>
            <a:pPr algn="ctr"/>
            <a:r>
              <a:rPr lang="en-US" sz="4000" b="1" dirty="0" smtClean="0">
                <a:latin typeface="Times New Roman" pitchFamily="18" charset="0"/>
                <a:cs typeface="Times New Roman" pitchFamily="18" charset="0"/>
              </a:rPr>
              <a:t>In measurements?</a:t>
            </a:r>
            <a:endParaRPr lang="en-US" sz="4000" b="1" dirty="0">
              <a:latin typeface="Times New Roman" pitchFamily="18" charset="0"/>
              <a:cs typeface="Times New Roman" pitchFamily="18" charset="0"/>
            </a:endParaRPr>
          </a:p>
        </p:txBody>
      </p:sp>
      <p:pic>
        <p:nvPicPr>
          <p:cNvPr id="22530" name="Picture 2" descr="D:\Y Heshmat\Entertainment\clip art\078600f1a2e54b65611b93c282ffe3dd--clipart-baking.jpg"/>
          <p:cNvPicPr>
            <a:picLocks noChangeAspect="1" noChangeArrowheads="1"/>
          </p:cNvPicPr>
          <p:nvPr/>
        </p:nvPicPr>
        <p:blipFill>
          <a:blip r:embed="rId2"/>
          <a:srcRect/>
          <a:stretch>
            <a:fillRect/>
          </a:stretch>
        </p:blipFill>
        <p:spPr bwMode="auto">
          <a:xfrm>
            <a:off x="533400" y="1012686"/>
            <a:ext cx="1676400" cy="2084434"/>
          </a:xfrm>
          <a:prstGeom prst="rect">
            <a:avLst/>
          </a:prstGeom>
          <a:noFill/>
        </p:spPr>
      </p:pic>
      <p:pic>
        <p:nvPicPr>
          <p:cNvPr id="22532" name="Picture 4" descr="D:\Y Heshmat\Entertainment\clip art\oral_digital_thermometer_rgb_p.png"/>
          <p:cNvPicPr>
            <a:picLocks noChangeAspect="1" noChangeArrowheads="1"/>
          </p:cNvPicPr>
          <p:nvPr/>
        </p:nvPicPr>
        <p:blipFill>
          <a:blip r:embed="rId3"/>
          <a:srcRect/>
          <a:stretch>
            <a:fillRect/>
          </a:stretch>
        </p:blipFill>
        <p:spPr bwMode="auto">
          <a:xfrm>
            <a:off x="4824483" y="1012687"/>
            <a:ext cx="1500117" cy="1978588"/>
          </a:xfrm>
          <a:prstGeom prst="rect">
            <a:avLst/>
          </a:prstGeom>
          <a:noFill/>
        </p:spPr>
      </p:pic>
      <p:pic>
        <p:nvPicPr>
          <p:cNvPr id="4" name="Picture 7" descr="D:\Y Heshmat\Entertainment\clip art\tape_measure_colored.jpeg"/>
          <p:cNvPicPr>
            <a:picLocks noChangeAspect="1" noChangeArrowheads="1"/>
          </p:cNvPicPr>
          <p:nvPr/>
        </p:nvPicPr>
        <p:blipFill>
          <a:blip r:embed="rId4" cstate="print"/>
          <a:srcRect/>
          <a:stretch>
            <a:fillRect/>
          </a:stretch>
        </p:blipFill>
        <p:spPr bwMode="auto">
          <a:xfrm>
            <a:off x="4824483" y="3581400"/>
            <a:ext cx="1500118" cy="2059861"/>
          </a:xfrm>
          <a:prstGeom prst="rect">
            <a:avLst/>
          </a:prstGeom>
          <a:noFill/>
        </p:spPr>
      </p:pic>
      <p:pic>
        <p:nvPicPr>
          <p:cNvPr id="2" name="Picture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62200" y="1219200"/>
            <a:ext cx="1695791" cy="1772074"/>
          </a:xfrm>
          <a:prstGeom prst="rect">
            <a:avLst/>
          </a:prstGeom>
        </p:spPr>
      </p:pic>
      <p:pic>
        <p:nvPicPr>
          <p:cNvPr id="5" name="Picture 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00800" y="1295400"/>
            <a:ext cx="2267376" cy="1524000"/>
          </a:xfrm>
          <a:prstGeom prst="rect">
            <a:avLst/>
          </a:prstGeom>
        </p:spPr>
      </p:pic>
      <p:pic>
        <p:nvPicPr>
          <p:cNvPr id="6" name="Picture 5"/>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19200" y="3688636"/>
            <a:ext cx="1781175" cy="1952625"/>
          </a:xfrm>
          <a:prstGeom prst="rect">
            <a:avLst/>
          </a:prstGeom>
        </p:spPr>
      </p:pic>
      <p:pic>
        <p:nvPicPr>
          <p:cNvPr id="7" name="Picture 6"/>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400800" y="3810000"/>
            <a:ext cx="2267376" cy="1531223"/>
          </a:xfrm>
          <a:prstGeom prst="rect">
            <a:avLst/>
          </a:prstGeom>
        </p:spPr>
      </p:pic>
    </p:spTree>
  </p:cSld>
  <p:clrMapOvr>
    <a:masterClrMapping/>
  </p:clrMapOvr>
  <p:transition spd="med">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nodeType="clickEffect">
                                  <p:stCondLst>
                                    <p:cond delay="0"/>
                                  </p:stCondLst>
                                  <p:childTnLst>
                                    <p:set>
                                      <p:cBhvr>
                                        <p:cTn id="6" dur="1" fill="hold">
                                          <p:stCondLst>
                                            <p:cond delay="0"/>
                                          </p:stCondLst>
                                        </p:cTn>
                                        <p:tgtEl>
                                          <p:spTgt spid="22530"/>
                                        </p:tgtEl>
                                        <p:attrNameLst>
                                          <p:attrName>style.visibility</p:attrName>
                                        </p:attrNameLst>
                                      </p:cBhvr>
                                      <p:to>
                                        <p:strVal val="visible"/>
                                      </p:to>
                                    </p:set>
                                    <p:animEffect transition="in" filter="blinds(vertical)">
                                      <p:cBhvr>
                                        <p:cTn id="7" dur="1000"/>
                                        <p:tgtEl>
                                          <p:spTgt spid="22530"/>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2532"/>
                                        </p:tgtEl>
                                        <p:attrNameLst>
                                          <p:attrName>style.visibility</p:attrName>
                                        </p:attrNameLst>
                                      </p:cBhvr>
                                      <p:to>
                                        <p:strVal val="visible"/>
                                      </p:to>
                                    </p:set>
                                    <p:animEffect transition="in" filter="checkerboard(across)">
                                      <p:cBhvr>
                                        <p:cTn id="12" dur="1000"/>
                                        <p:tgtEl>
                                          <p:spTgt spid="22532"/>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p:cTn id="17" dur="1000" fill="hold"/>
                                        <p:tgtEl>
                                          <p:spTgt spid="4"/>
                                        </p:tgtEl>
                                        <p:attrNameLst>
                                          <p:attrName>ppt_w</p:attrName>
                                        </p:attrNameLst>
                                      </p:cBhvr>
                                      <p:tavLst>
                                        <p:tav tm="0">
                                          <p:val>
                                            <p:fltVal val="0"/>
                                          </p:val>
                                        </p:tav>
                                        <p:tav tm="100000">
                                          <p:val>
                                            <p:strVal val="#ppt_w"/>
                                          </p:val>
                                        </p:tav>
                                      </p:tavLst>
                                    </p:anim>
                                    <p:anim calcmode="lin" valueType="num">
                                      <p:cBhvr>
                                        <p:cTn id="18" dur="1000" fill="hold"/>
                                        <p:tgtEl>
                                          <p:spTgt spid="4"/>
                                        </p:tgtEl>
                                        <p:attrNameLst>
                                          <p:attrName>ppt_h</p:attrName>
                                        </p:attrNameLst>
                                      </p:cBhvr>
                                      <p:tavLst>
                                        <p:tav tm="0">
                                          <p:val>
                                            <p:fltVal val="0"/>
                                          </p:val>
                                        </p:tav>
                                        <p:tav tm="100000">
                                          <p:val>
                                            <p:strVal val="#ppt_h"/>
                                          </p:val>
                                        </p:tav>
                                      </p:tavLst>
                                    </p:anim>
                                    <p:animEffect transition="in" filter="fade">
                                      <p:cBhvr>
                                        <p:cTn id="19"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2" name="Picture 10" descr="D:\Y Heshmat\Entertainment\clip art\images (3).png"/>
          <p:cNvPicPr>
            <a:picLocks noChangeAspect="1" noChangeArrowheads="1"/>
          </p:cNvPicPr>
          <p:nvPr/>
        </p:nvPicPr>
        <p:blipFill>
          <a:blip r:embed="rId2"/>
          <a:srcRect/>
          <a:stretch>
            <a:fillRect/>
          </a:stretch>
        </p:blipFill>
        <p:spPr bwMode="auto">
          <a:xfrm>
            <a:off x="1620528" y="4191000"/>
            <a:ext cx="2201761" cy="1676400"/>
          </a:xfrm>
          <a:prstGeom prst="rect">
            <a:avLst/>
          </a:prstGeom>
          <a:noFill/>
        </p:spPr>
      </p:pic>
      <p:sp>
        <p:nvSpPr>
          <p:cNvPr id="9" name="TextBox 8"/>
          <p:cNvSpPr txBox="1"/>
          <p:nvPr/>
        </p:nvSpPr>
        <p:spPr>
          <a:xfrm>
            <a:off x="2590800" y="2590800"/>
            <a:ext cx="3962400" cy="1323439"/>
          </a:xfrm>
          <a:prstGeom prst="rect">
            <a:avLst/>
          </a:prstGeom>
          <a:noFill/>
        </p:spPr>
        <p:txBody>
          <a:bodyPr wrap="square" rtlCol="0">
            <a:spAutoFit/>
          </a:bodyPr>
          <a:lstStyle/>
          <a:p>
            <a:pPr algn="ctr"/>
            <a:r>
              <a:rPr lang="en-US" sz="4000" b="1" dirty="0" smtClean="0">
                <a:latin typeface="Times New Roman" pitchFamily="18" charset="0"/>
                <a:cs typeface="Times New Roman" pitchFamily="18" charset="0"/>
              </a:rPr>
              <a:t>In objects around us?</a:t>
            </a:r>
            <a:endParaRPr lang="en-US" sz="4000" b="1" dirty="0">
              <a:latin typeface="Times New Roman" pitchFamily="18" charset="0"/>
              <a:cs typeface="Times New Roman" pitchFamily="18"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30978" y="1375775"/>
            <a:ext cx="2400300" cy="2009239"/>
          </a:xfrm>
          <a:prstGeom prst="rect">
            <a:avLst/>
          </a:prstGeom>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95700" y="428976"/>
            <a:ext cx="1752600" cy="2111991"/>
          </a:xfrm>
          <a:prstGeom prst="rect">
            <a:avLst/>
          </a:prstGeom>
        </p:spPr>
      </p:pic>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8800" y="1484972"/>
            <a:ext cx="2102000" cy="1900042"/>
          </a:xfrm>
          <a:prstGeom prst="rect">
            <a:avLst/>
          </a:prstGeom>
        </p:spPr>
      </p:pic>
      <p:pic>
        <p:nvPicPr>
          <p:cNvPr id="6" name="Picture 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549254" y="4173940"/>
            <a:ext cx="2881874" cy="1805940"/>
          </a:xfrm>
          <a:prstGeom prst="rect">
            <a:avLst/>
          </a:prstGeom>
        </p:spPr>
      </p:pic>
    </p:spTree>
  </p:cSld>
  <p:clrMapOvr>
    <a:masterClrMapping/>
  </p:clrMapOvr>
  <p:transition spd="med">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circle(in)">
                                      <p:cBhvr>
                                        <p:cTn id="12" dur="20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6"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down)">
                                      <p:cBhvr>
                                        <p:cTn id="17" dur="580">
                                          <p:stCondLst>
                                            <p:cond delay="0"/>
                                          </p:stCondLst>
                                        </p:cTn>
                                        <p:tgtEl>
                                          <p:spTgt spid="2"/>
                                        </p:tgtEl>
                                      </p:cBhvr>
                                    </p:animEffect>
                                    <p:anim calcmode="lin" valueType="num">
                                      <p:cBhvr>
                                        <p:cTn id="1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1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2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2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2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23" dur="26">
                                          <p:stCondLst>
                                            <p:cond delay="650"/>
                                          </p:stCondLst>
                                        </p:cTn>
                                        <p:tgtEl>
                                          <p:spTgt spid="2"/>
                                        </p:tgtEl>
                                      </p:cBhvr>
                                      <p:to x="100000" y="60000"/>
                                    </p:animScale>
                                    <p:animScale>
                                      <p:cBhvr>
                                        <p:cTn id="24" dur="166" decel="50000">
                                          <p:stCondLst>
                                            <p:cond delay="676"/>
                                          </p:stCondLst>
                                        </p:cTn>
                                        <p:tgtEl>
                                          <p:spTgt spid="2"/>
                                        </p:tgtEl>
                                      </p:cBhvr>
                                      <p:to x="100000" y="100000"/>
                                    </p:animScale>
                                    <p:animScale>
                                      <p:cBhvr>
                                        <p:cTn id="25" dur="26">
                                          <p:stCondLst>
                                            <p:cond delay="1312"/>
                                          </p:stCondLst>
                                        </p:cTn>
                                        <p:tgtEl>
                                          <p:spTgt spid="2"/>
                                        </p:tgtEl>
                                      </p:cBhvr>
                                      <p:to x="100000" y="80000"/>
                                    </p:animScale>
                                    <p:animScale>
                                      <p:cBhvr>
                                        <p:cTn id="26" dur="166" decel="50000">
                                          <p:stCondLst>
                                            <p:cond delay="1338"/>
                                          </p:stCondLst>
                                        </p:cTn>
                                        <p:tgtEl>
                                          <p:spTgt spid="2"/>
                                        </p:tgtEl>
                                      </p:cBhvr>
                                      <p:to x="100000" y="100000"/>
                                    </p:animScale>
                                    <p:animScale>
                                      <p:cBhvr>
                                        <p:cTn id="27" dur="26">
                                          <p:stCondLst>
                                            <p:cond delay="1642"/>
                                          </p:stCondLst>
                                        </p:cTn>
                                        <p:tgtEl>
                                          <p:spTgt spid="2"/>
                                        </p:tgtEl>
                                      </p:cBhvr>
                                      <p:to x="100000" y="90000"/>
                                    </p:animScale>
                                    <p:animScale>
                                      <p:cBhvr>
                                        <p:cTn id="28" dur="166" decel="50000">
                                          <p:stCondLst>
                                            <p:cond delay="1668"/>
                                          </p:stCondLst>
                                        </p:cTn>
                                        <p:tgtEl>
                                          <p:spTgt spid="2"/>
                                        </p:tgtEl>
                                      </p:cBhvr>
                                      <p:to x="100000" y="100000"/>
                                    </p:animScale>
                                    <p:animScale>
                                      <p:cBhvr>
                                        <p:cTn id="29" dur="26">
                                          <p:stCondLst>
                                            <p:cond delay="1808"/>
                                          </p:stCondLst>
                                        </p:cTn>
                                        <p:tgtEl>
                                          <p:spTgt spid="2"/>
                                        </p:tgtEl>
                                      </p:cBhvr>
                                      <p:to x="100000" y="95000"/>
                                    </p:animScale>
                                    <p:animScale>
                                      <p:cBhvr>
                                        <p:cTn id="30" dur="166" decel="50000">
                                          <p:stCondLst>
                                            <p:cond delay="1834"/>
                                          </p:stCondLst>
                                        </p:cTn>
                                        <p:tgtEl>
                                          <p:spTgt spid="2"/>
                                        </p:tgtEl>
                                      </p:cBhvr>
                                      <p:to x="100000" y="100000"/>
                                    </p:animScale>
                                  </p:childTnLst>
                                </p:cTn>
                              </p:par>
                            </p:childTnLst>
                          </p:cTn>
                        </p:par>
                      </p:childTnLst>
                    </p:cTn>
                  </p:par>
                  <p:par>
                    <p:cTn id="31" fill="hold">
                      <p:stCondLst>
                        <p:cond delay="indefinite"/>
                      </p:stCondLst>
                      <p:childTnLst>
                        <p:par>
                          <p:cTn id="32" fill="hold">
                            <p:stCondLst>
                              <p:cond delay="0"/>
                            </p:stCondLst>
                            <p:childTnLst>
                              <p:par>
                                <p:cTn id="33" presetID="6" presetClass="entr" presetSubtype="16" fill="hold" nodeType="clickEffect">
                                  <p:stCondLst>
                                    <p:cond delay="0"/>
                                  </p:stCondLst>
                                  <p:childTnLst>
                                    <p:set>
                                      <p:cBhvr>
                                        <p:cTn id="34" dur="1" fill="hold">
                                          <p:stCondLst>
                                            <p:cond delay="0"/>
                                          </p:stCondLst>
                                        </p:cTn>
                                        <p:tgtEl>
                                          <p:spTgt spid="3082"/>
                                        </p:tgtEl>
                                        <p:attrNameLst>
                                          <p:attrName>style.visibility</p:attrName>
                                        </p:attrNameLst>
                                      </p:cBhvr>
                                      <p:to>
                                        <p:strVal val="visible"/>
                                      </p:to>
                                    </p:set>
                                    <p:animEffect transition="in" filter="circle(in)">
                                      <p:cBhvr>
                                        <p:cTn id="35" dur="2000"/>
                                        <p:tgtEl>
                                          <p:spTgt spid="3082"/>
                                        </p:tgtEl>
                                      </p:cBhvr>
                                    </p:animEffect>
                                  </p:childTnLst>
                                </p:cTn>
                              </p:par>
                            </p:childTnLst>
                          </p:cTn>
                        </p:par>
                      </p:childTnLst>
                    </p:cTn>
                  </p:par>
                  <p:par>
                    <p:cTn id="36" fill="hold">
                      <p:stCondLst>
                        <p:cond delay="indefinite"/>
                      </p:stCondLst>
                      <p:childTnLst>
                        <p:par>
                          <p:cTn id="37" fill="hold">
                            <p:stCondLst>
                              <p:cond delay="0"/>
                            </p:stCondLst>
                            <p:childTnLst>
                              <p:par>
                                <p:cTn id="38" presetID="6" presetClass="entr" presetSubtype="16" fill="hold" nodeType="click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circle(in)">
                                      <p:cBhvr>
                                        <p:cTn id="40"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AutoShape 4" descr="Image result for football games clipart image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54" name="AutoShape 6" descr="Image result for football games clipart image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055" name="Picture 7" descr="D:\Y Heshmat\Entertainment\clip art\crochet-fabric-top.jpg"/>
          <p:cNvPicPr>
            <a:picLocks noChangeAspect="1" noChangeArrowheads="1"/>
          </p:cNvPicPr>
          <p:nvPr/>
        </p:nvPicPr>
        <p:blipFill>
          <a:blip r:embed="rId2"/>
          <a:srcRect/>
          <a:stretch>
            <a:fillRect/>
          </a:stretch>
        </p:blipFill>
        <p:spPr bwMode="auto">
          <a:xfrm>
            <a:off x="7080914" y="7937"/>
            <a:ext cx="2057399" cy="2836608"/>
          </a:xfrm>
          <a:prstGeom prst="rect">
            <a:avLst/>
          </a:prstGeom>
          <a:noFill/>
        </p:spPr>
      </p:pic>
      <p:pic>
        <p:nvPicPr>
          <p:cNvPr id="2056" name="Picture 8"/>
          <p:cNvPicPr>
            <a:picLocks noChangeAspect="1" noChangeArrowheads="1"/>
          </p:cNvPicPr>
          <p:nvPr/>
        </p:nvPicPr>
        <p:blipFill>
          <a:blip r:embed="rId3"/>
          <a:srcRect/>
          <a:stretch>
            <a:fillRect/>
          </a:stretch>
        </p:blipFill>
        <p:spPr bwMode="auto">
          <a:xfrm>
            <a:off x="0" y="4581525"/>
            <a:ext cx="2438400" cy="2276475"/>
          </a:xfrm>
          <a:prstGeom prst="rect">
            <a:avLst/>
          </a:prstGeom>
          <a:noFill/>
          <a:ln w="9525">
            <a:noFill/>
            <a:miter lim="800000"/>
            <a:headEnd/>
            <a:tailEnd/>
          </a:ln>
          <a:effectLst/>
        </p:spPr>
      </p:pic>
      <p:pic>
        <p:nvPicPr>
          <p:cNvPr id="2057" name="Picture 9"/>
          <p:cNvPicPr>
            <a:picLocks noChangeAspect="1" noChangeArrowheads="1"/>
          </p:cNvPicPr>
          <p:nvPr/>
        </p:nvPicPr>
        <p:blipFill>
          <a:blip r:embed="rId4"/>
          <a:srcRect/>
          <a:stretch>
            <a:fillRect/>
          </a:stretch>
        </p:blipFill>
        <p:spPr bwMode="auto">
          <a:xfrm>
            <a:off x="0" y="0"/>
            <a:ext cx="2726994" cy="2438399"/>
          </a:xfrm>
          <a:prstGeom prst="rect">
            <a:avLst/>
          </a:prstGeom>
          <a:noFill/>
          <a:ln w="9525">
            <a:noFill/>
            <a:miter lim="800000"/>
            <a:headEnd/>
            <a:tailEnd/>
          </a:ln>
          <a:effectLst/>
        </p:spPr>
      </p:pic>
      <p:sp>
        <p:nvSpPr>
          <p:cNvPr id="5" name="TextBox 4"/>
          <p:cNvSpPr txBox="1"/>
          <p:nvPr/>
        </p:nvSpPr>
        <p:spPr>
          <a:xfrm>
            <a:off x="2514600" y="2895600"/>
            <a:ext cx="4114800" cy="707886"/>
          </a:xfrm>
          <a:prstGeom prst="rect">
            <a:avLst/>
          </a:prstGeom>
          <a:noFill/>
        </p:spPr>
        <p:txBody>
          <a:bodyPr wrap="square" rtlCol="0">
            <a:spAutoFit/>
          </a:bodyPr>
          <a:lstStyle/>
          <a:p>
            <a:pPr algn="ctr"/>
            <a:r>
              <a:rPr lang="en-US" sz="4000" b="1" dirty="0" smtClean="0">
                <a:latin typeface="Times New Roman" pitchFamily="18" charset="0"/>
                <a:cs typeface="Times New Roman" pitchFamily="18" charset="0"/>
              </a:rPr>
              <a:t>In sports?</a:t>
            </a:r>
            <a:endParaRPr lang="en-US" sz="4000" b="1" dirty="0">
              <a:latin typeface="Times New Roman" pitchFamily="18" charset="0"/>
              <a:cs typeface="Times New Roman" pitchFamily="18" charset="0"/>
            </a:endParaRP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88943" y="381000"/>
            <a:ext cx="3333750" cy="2645391"/>
          </a:xfrm>
          <a:prstGeom prst="rect">
            <a:avLst/>
          </a:prstGeom>
        </p:spPr>
      </p:pic>
      <p:pic>
        <p:nvPicPr>
          <p:cNvPr id="3" name="Picture 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733800" y="4457132"/>
            <a:ext cx="1428750" cy="1162050"/>
          </a:xfrm>
          <a:prstGeom prst="rect">
            <a:avLst/>
          </a:prstGeom>
        </p:spPr>
      </p:pic>
      <p:pic>
        <p:nvPicPr>
          <p:cNvPr id="4" name="Picture 3"/>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318913" y="4457132"/>
            <a:ext cx="2819400" cy="2374923"/>
          </a:xfrm>
          <a:prstGeom prst="rect">
            <a:avLst/>
          </a:prstGeom>
        </p:spPr>
      </p:pic>
    </p:spTree>
  </p:cSld>
  <p:clrMapOvr>
    <a:masterClrMapping/>
  </p:clrMapOvr>
  <p:transition spd="med">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ntr" presetSubtype="1" fill="hold" nodeType="clickEffect">
                                  <p:stCondLst>
                                    <p:cond delay="0"/>
                                  </p:stCondLst>
                                  <p:childTnLst>
                                    <p:set>
                                      <p:cBhvr>
                                        <p:cTn id="6" dur="1" fill="hold">
                                          <p:stCondLst>
                                            <p:cond delay="0"/>
                                          </p:stCondLst>
                                        </p:cTn>
                                        <p:tgtEl>
                                          <p:spTgt spid="2056"/>
                                        </p:tgtEl>
                                        <p:attrNameLst>
                                          <p:attrName>style.visibility</p:attrName>
                                        </p:attrNameLst>
                                      </p:cBhvr>
                                      <p:to>
                                        <p:strVal val="visible"/>
                                      </p:to>
                                    </p:set>
                                    <p:anim calcmode="lin" valueType="num">
                                      <p:cBhvr additive="base">
                                        <p:cTn id="7" dur="1000" fill="hold"/>
                                        <p:tgtEl>
                                          <p:spTgt spid="2056"/>
                                        </p:tgtEl>
                                        <p:attrNameLst>
                                          <p:attrName>ppt_x</p:attrName>
                                        </p:attrNameLst>
                                      </p:cBhvr>
                                      <p:tavLst>
                                        <p:tav tm="0">
                                          <p:val>
                                            <p:strVal val="#ppt_x"/>
                                          </p:val>
                                        </p:tav>
                                        <p:tav tm="100000">
                                          <p:val>
                                            <p:strVal val="#ppt_x"/>
                                          </p:val>
                                        </p:tav>
                                      </p:tavLst>
                                    </p:anim>
                                    <p:anim calcmode="lin" valueType="num">
                                      <p:cBhvr additive="base">
                                        <p:cTn id="8" dur="1000" fill="hold"/>
                                        <p:tgtEl>
                                          <p:spTgt spid="2056"/>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0" fill="hold" nodeType="clickEffect">
                                  <p:stCondLst>
                                    <p:cond delay="0"/>
                                  </p:stCondLst>
                                  <p:childTnLst>
                                    <p:set>
                                      <p:cBhvr>
                                        <p:cTn id="12" dur="1" fill="hold">
                                          <p:stCondLst>
                                            <p:cond delay="0"/>
                                          </p:stCondLst>
                                        </p:cTn>
                                        <p:tgtEl>
                                          <p:spTgt spid="2055"/>
                                        </p:tgtEl>
                                        <p:attrNameLst>
                                          <p:attrName>style.visibility</p:attrName>
                                        </p:attrNameLst>
                                      </p:cBhvr>
                                      <p:to>
                                        <p:strVal val="visible"/>
                                      </p:to>
                                    </p:set>
                                    <p:anim calcmode="lin" valueType="num">
                                      <p:cBhvr>
                                        <p:cTn id="13" dur="1000" fill="hold"/>
                                        <p:tgtEl>
                                          <p:spTgt spid="2055"/>
                                        </p:tgtEl>
                                        <p:attrNameLst>
                                          <p:attrName>ppt_w</p:attrName>
                                        </p:attrNameLst>
                                      </p:cBhvr>
                                      <p:tavLst>
                                        <p:tav tm="0">
                                          <p:val>
                                            <p:fltVal val="0"/>
                                          </p:val>
                                        </p:tav>
                                        <p:tav tm="100000">
                                          <p:val>
                                            <p:strVal val="#ppt_w"/>
                                          </p:val>
                                        </p:tav>
                                      </p:tavLst>
                                    </p:anim>
                                    <p:anim calcmode="lin" valueType="num">
                                      <p:cBhvr>
                                        <p:cTn id="14" dur="1000" fill="hold"/>
                                        <p:tgtEl>
                                          <p:spTgt spid="2055"/>
                                        </p:tgtEl>
                                        <p:attrNameLst>
                                          <p:attrName>ppt_h</p:attrName>
                                        </p:attrNameLst>
                                      </p:cBhvr>
                                      <p:tavLst>
                                        <p:tav tm="0">
                                          <p:val>
                                            <p:fltVal val="0"/>
                                          </p:val>
                                        </p:tav>
                                        <p:tav tm="100000">
                                          <p:val>
                                            <p:strVal val="#ppt_h"/>
                                          </p:val>
                                        </p:tav>
                                      </p:tavLst>
                                    </p:anim>
                                    <p:animEffect transition="in" filter="fade">
                                      <p:cBhvr>
                                        <p:cTn id="15" dur="1000"/>
                                        <p:tgtEl>
                                          <p:spTgt spid="2055"/>
                                        </p:tgtEl>
                                      </p:cBhvr>
                                    </p:animEffect>
                                  </p:childTnLst>
                                </p:cTn>
                              </p:par>
                            </p:childTnLst>
                          </p:cTn>
                        </p:par>
                      </p:childTnLst>
                    </p:cTn>
                  </p:par>
                  <p:par>
                    <p:cTn id="16" fill="hold">
                      <p:stCondLst>
                        <p:cond delay="indefinite"/>
                      </p:stCondLst>
                      <p:childTnLst>
                        <p:par>
                          <p:cTn id="17" fill="hold">
                            <p:stCondLst>
                              <p:cond delay="0"/>
                            </p:stCondLst>
                            <p:childTnLst>
                              <p:par>
                                <p:cTn id="18" presetID="21" presetClass="entr" presetSubtype="4" fill="hold" nodeType="clickEffect">
                                  <p:stCondLst>
                                    <p:cond delay="0"/>
                                  </p:stCondLst>
                                  <p:childTnLst>
                                    <p:set>
                                      <p:cBhvr>
                                        <p:cTn id="19" dur="1" fill="hold">
                                          <p:stCondLst>
                                            <p:cond delay="0"/>
                                          </p:stCondLst>
                                        </p:cTn>
                                        <p:tgtEl>
                                          <p:spTgt spid="2057"/>
                                        </p:tgtEl>
                                        <p:attrNameLst>
                                          <p:attrName>style.visibility</p:attrName>
                                        </p:attrNameLst>
                                      </p:cBhvr>
                                      <p:to>
                                        <p:strVal val="visible"/>
                                      </p:to>
                                    </p:set>
                                    <p:animEffect transition="in" filter="wheel(4)">
                                      <p:cBhvr>
                                        <p:cTn id="20" dur="1000"/>
                                        <p:tgtEl>
                                          <p:spTgt spid="2057"/>
                                        </p:tgtEl>
                                      </p:cBhvr>
                                    </p:animEffect>
                                  </p:childTnLst>
                                </p:cTn>
                              </p:par>
                            </p:childTnLst>
                          </p:cTn>
                        </p:par>
                      </p:childTnLst>
                    </p:cTn>
                  </p:par>
                  <p:par>
                    <p:cTn id="21" fill="hold">
                      <p:stCondLst>
                        <p:cond delay="indefinite"/>
                      </p:stCondLst>
                      <p:childTnLst>
                        <p:par>
                          <p:cTn id="22" fill="hold">
                            <p:stCondLst>
                              <p:cond delay="0"/>
                            </p:stCondLst>
                            <p:childTnLst>
                              <p:par>
                                <p:cTn id="23" presetID="21" presetClass="entr" presetSubtype="1"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wheel(1)">
                                      <p:cBhvr>
                                        <p:cTn id="25"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514600" y="2971800"/>
            <a:ext cx="4114800" cy="707886"/>
          </a:xfrm>
          <a:prstGeom prst="rect">
            <a:avLst/>
          </a:prstGeom>
          <a:noFill/>
        </p:spPr>
        <p:txBody>
          <a:bodyPr wrap="square" rtlCol="0">
            <a:spAutoFit/>
          </a:bodyPr>
          <a:lstStyle/>
          <a:p>
            <a:pPr algn="ctr"/>
            <a:r>
              <a:rPr lang="en-US" sz="4000" b="1" dirty="0" smtClean="0">
                <a:latin typeface="Times New Roman" pitchFamily="18" charset="0"/>
                <a:cs typeface="Times New Roman" pitchFamily="18" charset="0"/>
              </a:rPr>
              <a:t>In games?</a:t>
            </a:r>
            <a:endParaRPr lang="en-US" sz="4000" b="1" dirty="0">
              <a:latin typeface="Times New Roman" pitchFamily="18" charset="0"/>
              <a:cs typeface="Times New Roman" pitchFamily="18" charset="0"/>
            </a:endParaRPr>
          </a:p>
        </p:txBody>
      </p:sp>
      <p:sp>
        <p:nvSpPr>
          <p:cNvPr id="2052" name="AutoShape 4" descr="Image result for football games clipart image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54" name="AutoShape 6" descr="Image result for football games clipart image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4580" name="Picture 4" descr="D:\Y Heshmat\Entertainment\clip art\531466314.jpg"/>
          <p:cNvPicPr>
            <a:picLocks noChangeAspect="1" noChangeArrowheads="1"/>
          </p:cNvPicPr>
          <p:nvPr/>
        </p:nvPicPr>
        <p:blipFill>
          <a:blip r:embed="rId2"/>
          <a:srcRect/>
          <a:stretch>
            <a:fillRect/>
          </a:stretch>
        </p:blipFill>
        <p:spPr bwMode="auto">
          <a:xfrm>
            <a:off x="1066800" y="3683098"/>
            <a:ext cx="2362200" cy="2146506"/>
          </a:xfrm>
          <a:prstGeom prst="rect">
            <a:avLst/>
          </a:prstGeom>
          <a:noFill/>
        </p:spPr>
      </p:pic>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3593" y="695324"/>
            <a:ext cx="2152650" cy="2200275"/>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13173" y="663478"/>
            <a:ext cx="1781175" cy="1928625"/>
          </a:xfrm>
          <a:prstGeom prst="rect">
            <a:avLst/>
          </a:prstGeom>
        </p:spPr>
      </p:pic>
      <p:pic>
        <p:nvPicPr>
          <p:cNvPr id="4" name="Picture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43600" y="4159348"/>
            <a:ext cx="1885950" cy="1670256"/>
          </a:xfrm>
          <a:prstGeom prst="rect">
            <a:avLst/>
          </a:prstGeom>
        </p:spPr>
      </p:pic>
      <p:pic>
        <p:nvPicPr>
          <p:cNvPr id="6" name="Picture 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67462" y="901509"/>
            <a:ext cx="2105025" cy="2424234"/>
          </a:xfrm>
          <a:prstGeom prst="rect">
            <a:avLst/>
          </a:prstGeom>
        </p:spPr>
      </p:pic>
    </p:spTree>
  </p:cSld>
  <p:clrMapOvr>
    <a:masterClrMapping/>
  </p:clrMapOvr>
  <p:transition spd="med">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3" fill="hold" nodeType="clickEffect">
                                  <p:stCondLst>
                                    <p:cond delay="0"/>
                                  </p:stCondLst>
                                  <p:childTnLst>
                                    <p:set>
                                      <p:cBhvr>
                                        <p:cTn id="6" dur="1" fill="hold">
                                          <p:stCondLst>
                                            <p:cond delay="0"/>
                                          </p:stCondLst>
                                        </p:cTn>
                                        <p:tgtEl>
                                          <p:spTgt spid="24580"/>
                                        </p:tgtEl>
                                        <p:attrNameLst>
                                          <p:attrName>style.visibility</p:attrName>
                                        </p:attrNameLst>
                                      </p:cBhvr>
                                      <p:to>
                                        <p:strVal val="visible"/>
                                      </p:to>
                                    </p:set>
                                    <p:anim calcmode="lin" valueType="num">
                                      <p:cBhvr additive="base">
                                        <p:cTn id="7" dur="1000" fill="hold"/>
                                        <p:tgtEl>
                                          <p:spTgt spid="24580"/>
                                        </p:tgtEl>
                                        <p:attrNameLst>
                                          <p:attrName>ppt_x</p:attrName>
                                        </p:attrNameLst>
                                      </p:cBhvr>
                                      <p:tavLst>
                                        <p:tav tm="0">
                                          <p:val>
                                            <p:strVal val="1+#ppt_w/2"/>
                                          </p:val>
                                        </p:tav>
                                        <p:tav tm="100000">
                                          <p:val>
                                            <p:strVal val="#ppt_x"/>
                                          </p:val>
                                        </p:tav>
                                      </p:tavLst>
                                    </p:anim>
                                    <p:anim calcmode="lin" valueType="num">
                                      <p:cBhvr additive="base">
                                        <p:cTn id="8" dur="1000" fill="hold"/>
                                        <p:tgtEl>
                                          <p:spTgt spid="24580"/>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additive="base">
                                        <p:cTn id="25" dur="500" fill="hold"/>
                                        <p:tgtEl>
                                          <p:spTgt spid="3"/>
                                        </p:tgtEl>
                                        <p:attrNameLst>
                                          <p:attrName>ppt_x</p:attrName>
                                        </p:attrNameLst>
                                      </p:cBhvr>
                                      <p:tavLst>
                                        <p:tav tm="0">
                                          <p:val>
                                            <p:strVal val="#ppt_x"/>
                                          </p:val>
                                        </p:tav>
                                        <p:tav tm="100000">
                                          <p:val>
                                            <p:strVal val="#ppt_x"/>
                                          </p:val>
                                        </p:tav>
                                      </p:tavLst>
                                    </p:anim>
                                    <p:anim calcmode="lin" valueType="num">
                                      <p:cBhvr additive="base">
                                        <p:cTn id="2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500" fill="hold"/>
                                        <p:tgtEl>
                                          <p:spTgt spid="6"/>
                                        </p:tgtEl>
                                        <p:attrNameLst>
                                          <p:attrName>ppt_x</p:attrName>
                                        </p:attrNameLst>
                                      </p:cBhvr>
                                      <p:tavLst>
                                        <p:tav tm="0">
                                          <p:val>
                                            <p:strVal val="#ppt_x"/>
                                          </p:val>
                                        </p:tav>
                                        <p:tav tm="100000">
                                          <p:val>
                                            <p:strVal val="#ppt_x"/>
                                          </p:val>
                                        </p:tav>
                                      </p:tavLst>
                                    </p:anim>
                                    <p:anim calcmode="lin" valueType="num">
                                      <p:cBhvr additive="base">
                                        <p:cTn id="3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idx="1"/>
          </p:nvPr>
        </p:nvSpPr>
        <p:spPr>
          <a:xfrm>
            <a:off x="228600" y="990600"/>
            <a:ext cx="8686800" cy="2514600"/>
          </a:xfrm>
        </p:spPr>
        <p:txBody>
          <a:bodyPr anchor="ctr">
            <a:normAutofit/>
          </a:bodyPr>
          <a:lstStyle/>
          <a:p>
            <a:pPr algn="ctr">
              <a:buNone/>
            </a:pPr>
            <a:endParaRPr lang="en-US" sz="6000" b="1" dirty="0">
              <a:latin typeface="Times New Roman" pitchFamily="18" charset="0"/>
              <a:cs typeface="Times New Roman" pitchFamily="18" charset="0"/>
            </a:endParaRPr>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1000" y="457200"/>
            <a:ext cx="8305800" cy="5562600"/>
          </a:xfrm>
          <a:prstGeom prst="rect">
            <a:avLst/>
          </a:prstGeom>
        </p:spPr>
      </p:pic>
      <p:sp>
        <p:nvSpPr>
          <p:cNvPr id="4" name="Rectangle 3"/>
          <p:cNvSpPr/>
          <p:nvPr/>
        </p:nvSpPr>
        <p:spPr>
          <a:xfrm>
            <a:off x="2667000" y="3105835"/>
            <a:ext cx="2971800" cy="1815882"/>
          </a:xfrm>
          <a:prstGeom prst="rect">
            <a:avLst/>
          </a:prstGeom>
        </p:spPr>
        <p:txBody>
          <a:bodyPr wrap="square">
            <a:spAutoFit/>
          </a:bodyPr>
          <a:lstStyle/>
          <a:p>
            <a:pPr algn="ctr">
              <a:buNone/>
            </a:pPr>
            <a:r>
              <a:rPr lang="en-US" sz="2800" b="1" dirty="0">
                <a:latin typeface="Times New Roman" pitchFamily="18" charset="0"/>
                <a:cs typeface="Times New Roman" pitchFamily="18" charset="0"/>
              </a:rPr>
              <a:t>Now, how important you think it is to study mathematics!!!</a:t>
            </a:r>
          </a:p>
        </p:txBody>
      </p:sp>
    </p:spTree>
  </p:cSld>
  <p:clrMapOvr>
    <a:masterClrMapping/>
  </p:clrMapOvr>
  <p:transition spd="med">
    <p:dissolv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5400" y="762000"/>
            <a:ext cx="6629399" cy="4648199"/>
          </a:xfrm>
          <a:prstGeom prst="rect">
            <a:avLst/>
          </a:prstGeom>
        </p:spPr>
      </p:pic>
    </p:spTree>
    <p:extLst>
      <p:ext uri="{BB962C8B-B14F-4D97-AF65-F5344CB8AC3E}">
        <p14:creationId xmlns:p14="http://schemas.microsoft.com/office/powerpoint/2010/main" val="2536174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spect">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Aspect">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Aspect">
      <a:fillStyleLst>
        <a:solidFill>
          <a:schemeClr val="phClr"/>
        </a:solidFill>
        <a:gradFill rotWithShape="1">
          <a:gsLst>
            <a:gs pos="0">
              <a:schemeClr val="phClr">
                <a:tint val="65000"/>
                <a:satMod val="270000"/>
              </a:schemeClr>
            </a:gs>
            <a:gs pos="25000">
              <a:schemeClr val="phClr">
                <a:tint val="60000"/>
                <a:satMod val="300000"/>
              </a:schemeClr>
            </a:gs>
            <a:gs pos="100000">
              <a:schemeClr val="phClr">
                <a:tint val="29000"/>
                <a:satMod val="400000"/>
              </a:schemeClr>
            </a:gs>
          </a:gsLst>
          <a:lin ang="16200000" scaled="1"/>
        </a:gradFill>
        <a:gradFill rotWithShape="1">
          <a:gsLst>
            <a:gs pos="0">
              <a:schemeClr val="phClr">
                <a:shade val="45000"/>
                <a:satMod val="155000"/>
              </a:schemeClr>
            </a:gs>
            <a:gs pos="60000">
              <a:schemeClr val="phClr">
                <a:shade val="95000"/>
                <a:satMod val="150000"/>
              </a:schemeClr>
            </a:gs>
            <a:gs pos="100000">
              <a:schemeClr val="phClr">
                <a:tint val="87000"/>
                <a:satMod val="250000"/>
              </a:schemeClr>
            </a:gs>
          </a:gsLst>
          <a:lin ang="16200000" scaled="0"/>
        </a:gradFill>
      </a:fillStyleLst>
      <a:lnStyleLst>
        <a:ln w="9525" cap="flat" cmpd="sng" algn="ctr">
          <a:solidFill>
            <a:schemeClr val="phClr">
              <a:satMod val="150000"/>
            </a:schemeClr>
          </a:solidFill>
          <a:prstDash val="solid"/>
        </a:ln>
        <a:ln w="42500" cap="flat" cmpd="sng" algn="ctr">
          <a:solidFill>
            <a:schemeClr val="phClr"/>
          </a:solidFill>
          <a:prstDash val="solid"/>
        </a:ln>
        <a:ln w="38100" cap="flat" cmpd="sng" algn="ctr">
          <a:solidFill>
            <a:schemeClr val="phClr"/>
          </a:solidFill>
          <a:prstDash val="solid"/>
        </a:ln>
      </a:lnStyleLst>
      <a:effectStyleLst>
        <a:effectStyle>
          <a:effectLst>
            <a:outerShdw blurRad="65500" dist="38100" dir="5400000" rotWithShape="0">
              <a:srgbClr val="000000">
                <a:alpha val="40000"/>
              </a:srgbClr>
            </a:outerShdw>
          </a:effectLst>
        </a:effectStyle>
        <a:effectStyle>
          <a:effectLst>
            <a:outerShdw blurRad="65500" dist="38100" dir="5400000" rotWithShape="0">
              <a:srgbClr val="000000">
                <a:alpha val="40000"/>
              </a:srgbClr>
            </a:outerShdw>
          </a:effectLst>
        </a:effectStyle>
        <a:effectStyle>
          <a:effectLst>
            <a:outerShdw blurRad="65500" dist="38100" dir="5400000" rotWithShape="0">
              <a:srgbClr val="000000">
                <a:alpha val="40000"/>
              </a:srgbClr>
            </a:outerShdw>
          </a:effectLst>
          <a:scene3d>
            <a:camera prst="orthographicFront" fov="0">
              <a:rot lat="0" lon="0" rev="0"/>
            </a:camera>
            <a:lightRig rig="contrasting" dir="t">
              <a:rot lat="0" lon="0" rev="12000000"/>
            </a:lightRig>
          </a:scene3d>
          <a:sp3d prstMaterial="powder">
            <a:bevelT h="50800"/>
          </a:sp3d>
        </a:effectStyle>
      </a:effectStyleLst>
      <a:bgFillStyleLst>
        <a:solidFill>
          <a:schemeClr val="phClr"/>
        </a:solidFill>
        <a:gradFill rotWithShape="1">
          <a:gsLst>
            <a:gs pos="0">
              <a:schemeClr val="phClr">
                <a:shade val="35000"/>
                <a:satMod val="150000"/>
              </a:schemeClr>
            </a:gs>
            <a:gs pos="45000">
              <a:schemeClr val="phClr">
                <a:shade val="68000"/>
                <a:satMod val="155000"/>
              </a:schemeClr>
            </a:gs>
            <a:gs pos="100000">
              <a:schemeClr val="phClr">
                <a:tint val="70000"/>
                <a:satMod val="175000"/>
              </a:schemeClr>
            </a:gs>
          </a:gsLst>
          <a:lin ang="16200000" scaled="0"/>
        </a:gradFill>
        <a:blipFill>
          <a:blip xmlns:r="http://schemas.openxmlformats.org/officeDocument/2006/relationships" r:embed="rId1">
            <a:duotone>
              <a:schemeClr val="phClr">
                <a:shade val="800"/>
                <a:satMod val="150000"/>
              </a:schemeClr>
              <a:schemeClr val="phClr">
                <a:tint val="80000"/>
                <a:satMod val="150000"/>
              </a:schemeClr>
            </a:duotone>
          </a:blip>
          <a:tile tx="0" ty="0" sx="75000" sy="7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Aspect</Template>
  <TotalTime>534</TotalTime>
  <Words>115</Words>
  <Application>Microsoft Office PowerPoint</Application>
  <PresentationFormat>On-screen Show (4:3)</PresentationFormat>
  <Paragraphs>26</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Aspect</vt:lpstr>
      <vt:lpstr>PowerPoint Presentation</vt:lpstr>
      <vt:lpstr>PowerPoint Presentation</vt:lpstr>
      <vt:lpstr>Try to tell me your names through giving me hints…  Eg.  Karim …. we can say he is kind, he likes to share, he likes giving away and finally we can say he is generous. Or you can give me letters … eg. Dalia .. Starts with  a D , has an L in the middle and ends with an A .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Hosny</dc:creator>
  <cp:lastModifiedBy>Ahmed El-Saaed</cp:lastModifiedBy>
  <cp:revision>63</cp:revision>
  <dcterms:created xsi:type="dcterms:W3CDTF">2017-09-17T22:19:20Z</dcterms:created>
  <dcterms:modified xsi:type="dcterms:W3CDTF">2026-09-21T08:03:36Z</dcterms:modified>
</cp:coreProperties>
</file>