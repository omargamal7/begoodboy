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8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6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0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2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0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2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13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59F8C-879D-43AF-815F-D63C019F767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3D376-6B99-4771-808E-499CA49D7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1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2141041"/>
            <a:ext cx="8610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/>
              <a:t>13 ÷ 3 = ___   , Remainder = </a:t>
            </a:r>
            <a:r>
              <a:rPr lang="en-US" sz="4400" b="1" dirty="0" smtClean="0"/>
              <a:t>____</a:t>
            </a:r>
            <a:r>
              <a:rPr lang="en-US" sz="4400" b="1" dirty="0" smtClean="0"/>
              <a:t>  </a:t>
            </a:r>
            <a:endParaRPr lang="en-US" sz="4400" b="1" dirty="0"/>
          </a:p>
        </p:txBody>
      </p:sp>
      <p:sp>
        <p:nvSpPr>
          <p:cNvPr id="5" name="Rectangle 4"/>
          <p:cNvSpPr/>
          <p:nvPr/>
        </p:nvSpPr>
        <p:spPr>
          <a:xfrm>
            <a:off x="381000" y="457200"/>
            <a:ext cx="8610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u="sng" dirty="0" smtClean="0"/>
              <a:t>Divisibility</a:t>
            </a:r>
            <a:endParaRPr lang="en-US" sz="4400" b="1" u="sng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685800" y="2141041"/>
            <a:ext cx="609600" cy="769441"/>
          </a:xfrm>
          <a:prstGeom prst="line">
            <a:avLst/>
          </a:prstGeom>
          <a:ln w="412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620726" y="2910482"/>
            <a:ext cx="1143000" cy="990600"/>
            <a:chOff x="1524000" y="3429000"/>
            <a:chExt cx="1143000" cy="990600"/>
          </a:xfrm>
        </p:grpSpPr>
        <p:sp>
          <p:nvSpPr>
            <p:cNvPr id="8" name="Oval 7"/>
            <p:cNvSpPr/>
            <p:nvPr/>
          </p:nvSpPr>
          <p:spPr>
            <a:xfrm>
              <a:off x="1524000" y="3429000"/>
              <a:ext cx="1143000" cy="990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3657600"/>
              <a:ext cx="655362" cy="502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Rectangle 10"/>
          <p:cNvSpPr/>
          <p:nvPr/>
        </p:nvSpPr>
        <p:spPr>
          <a:xfrm>
            <a:off x="2667000" y="1905000"/>
            <a:ext cx="114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905000"/>
            <a:ext cx="114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70C0"/>
                </a:solidFill>
              </a:rPr>
              <a:t>1</a:t>
            </a:r>
            <a:endParaRPr lang="en-US" sz="44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" y="4800600"/>
            <a:ext cx="8610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/>
              <a:t>13 is not divisible by 3 because it has a remainder = 1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63675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2141041"/>
            <a:ext cx="8610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/>
              <a:t>15 ÷ 3 = ___   , Remainder = </a:t>
            </a:r>
            <a:r>
              <a:rPr lang="en-US" sz="4400" b="1" dirty="0" smtClean="0"/>
              <a:t>____</a:t>
            </a:r>
            <a:r>
              <a:rPr lang="en-US" sz="4400" b="1" dirty="0" smtClean="0"/>
              <a:t>  </a:t>
            </a:r>
            <a:endParaRPr lang="en-US" sz="4400" b="1" dirty="0"/>
          </a:p>
        </p:txBody>
      </p:sp>
      <p:sp>
        <p:nvSpPr>
          <p:cNvPr id="5" name="Rectangle 4"/>
          <p:cNvSpPr/>
          <p:nvPr/>
        </p:nvSpPr>
        <p:spPr>
          <a:xfrm>
            <a:off x="381000" y="457200"/>
            <a:ext cx="8610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u="sng" dirty="0" smtClean="0"/>
              <a:t>Divisibility</a:t>
            </a:r>
            <a:endParaRPr lang="en-US" sz="4400" b="1" u="sng" dirty="0"/>
          </a:p>
        </p:txBody>
      </p:sp>
      <p:sp>
        <p:nvSpPr>
          <p:cNvPr id="11" name="Rectangle 10"/>
          <p:cNvSpPr/>
          <p:nvPr/>
        </p:nvSpPr>
        <p:spPr>
          <a:xfrm>
            <a:off x="2667000" y="1905000"/>
            <a:ext cx="114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70C0"/>
                </a:solidFill>
              </a:rPr>
              <a:t>5</a:t>
            </a:r>
            <a:endParaRPr lang="en-US" sz="44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0" y="1905000"/>
            <a:ext cx="114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800600"/>
            <a:ext cx="8610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/>
              <a:t>15 is divisible by 3 because it has a no remainder = 0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24843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457200"/>
            <a:ext cx="2286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u="sng" dirty="0" smtClean="0"/>
              <a:t>Notes:</a:t>
            </a:r>
            <a:endParaRPr lang="en-US" sz="4400" b="1" u="sng" dirty="0"/>
          </a:p>
        </p:txBody>
      </p:sp>
      <p:pic>
        <p:nvPicPr>
          <p:cNvPr id="2050" name="Picture 2" descr="C:\Users\Ahmed El-Saaed\Desktop\CamScanner28-09-2025 09.48.52\CamScanner 28-09-2025 09.45n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86106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60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Oprekin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El-Saaed</dc:creator>
  <cp:lastModifiedBy>Ahmed El-Saaed</cp:lastModifiedBy>
  <cp:revision>1</cp:revision>
  <dcterms:created xsi:type="dcterms:W3CDTF">2025-09-28T07:04:18Z</dcterms:created>
  <dcterms:modified xsi:type="dcterms:W3CDTF">2025-09-28T07:13:53Z</dcterms:modified>
</cp:coreProperties>
</file>